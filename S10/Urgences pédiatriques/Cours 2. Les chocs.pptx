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3" r:id="rId2"/>
    <p:sldId id="277" r:id="rId3"/>
    <p:sldId id="278" r:id="rId4"/>
    <p:sldId id="274" r:id="rId5"/>
    <p:sldId id="275" r:id="rId6"/>
    <p:sldId id="276" r:id="rId7"/>
    <p:sldId id="279" r:id="rId8"/>
    <p:sldId id="280" r:id="rId9"/>
    <p:sldId id="282" r:id="rId10"/>
    <p:sldId id="285" r:id="rId11"/>
    <p:sldId id="283" r:id="rId12"/>
    <p:sldId id="284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49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324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C1A1C1-15CA-42AB-A022-B0927954254A}" type="doc">
      <dgm:prSet loTypeId="urn:microsoft.com/office/officeart/2008/layout/RadialCluster" loCatId="cycle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62EA9EE9-0590-48CC-AA33-AD79092888EB}">
      <dgm:prSet phldrT="[Text]"/>
      <dgm:spPr/>
      <dgm:t>
        <a:bodyPr/>
        <a:lstStyle/>
        <a:p>
          <a:r>
            <a:rPr lang="ro-RO" dirty="0" smtClean="0"/>
            <a:t>ȘOCUL</a:t>
          </a:r>
          <a:endParaRPr lang="en-US" dirty="0"/>
        </a:p>
      </dgm:t>
    </dgm:pt>
    <dgm:pt modelId="{36E9B4B7-A95B-477A-86FD-83256F180F8F}" type="parTrans" cxnId="{DA1FAA6A-0E5D-4517-A243-425168DA4EA8}">
      <dgm:prSet/>
      <dgm:spPr/>
      <dgm:t>
        <a:bodyPr/>
        <a:lstStyle/>
        <a:p>
          <a:endParaRPr lang="en-US"/>
        </a:p>
      </dgm:t>
    </dgm:pt>
    <dgm:pt modelId="{53C1FC1F-FED9-4288-A9F0-99DB38A47B14}" type="sibTrans" cxnId="{DA1FAA6A-0E5D-4517-A243-425168DA4EA8}">
      <dgm:prSet/>
      <dgm:spPr/>
      <dgm:t>
        <a:bodyPr/>
        <a:lstStyle/>
        <a:p>
          <a:endParaRPr lang="en-US"/>
        </a:p>
      </dgm:t>
    </dgm:pt>
    <dgm:pt modelId="{97E641ED-FAF3-4429-BC32-952CC939453A}">
      <dgm:prSet phldrT="[Text]" custT="1"/>
      <dgm:spPr/>
      <dgm:t>
        <a:bodyPr/>
        <a:lstStyle/>
        <a:p>
          <a:r>
            <a:rPr lang="en-US" sz="2500" dirty="0" smtClean="0">
              <a:latin typeface="Calibri"/>
              <a:cs typeface="Calibri"/>
            </a:rPr>
            <a:t>↓</a:t>
          </a:r>
          <a:r>
            <a:rPr lang="ro-RO" sz="2500" dirty="0" smtClean="0">
              <a:latin typeface="Calibri"/>
              <a:cs typeface="Calibri"/>
            </a:rPr>
            <a:t> volumului iv</a:t>
          </a:r>
          <a:endParaRPr lang="en-US" sz="2500" dirty="0"/>
        </a:p>
      </dgm:t>
    </dgm:pt>
    <dgm:pt modelId="{12E6168F-F97E-497D-846E-8728FFF5B439}" type="parTrans" cxnId="{5919EB75-AC79-492A-B261-7A2988CF64AF}">
      <dgm:prSet/>
      <dgm:spPr/>
      <dgm:t>
        <a:bodyPr/>
        <a:lstStyle/>
        <a:p>
          <a:endParaRPr lang="en-US"/>
        </a:p>
      </dgm:t>
    </dgm:pt>
    <dgm:pt modelId="{EBD74F5E-FFA5-46DC-9C2A-48F24B5B0E4F}" type="sibTrans" cxnId="{5919EB75-AC79-492A-B261-7A2988CF64AF}">
      <dgm:prSet/>
      <dgm:spPr/>
      <dgm:t>
        <a:bodyPr/>
        <a:lstStyle/>
        <a:p>
          <a:endParaRPr lang="en-US"/>
        </a:p>
      </dgm:t>
    </dgm:pt>
    <dgm:pt modelId="{4D4A3ABC-28B7-420F-8D26-9329A7A48E5B}">
      <dgm:prSet phldrT="[Text]"/>
      <dgm:spPr/>
      <dgm:t>
        <a:bodyPr/>
        <a:lstStyle/>
        <a:p>
          <a:r>
            <a:rPr lang="ro-RO" dirty="0" smtClean="0"/>
            <a:t>Funcție cardiacă alterată</a:t>
          </a:r>
          <a:endParaRPr lang="en-US" dirty="0"/>
        </a:p>
      </dgm:t>
    </dgm:pt>
    <dgm:pt modelId="{83D2C309-6411-42DC-8A40-38157C0BF8AD}" type="parTrans" cxnId="{C6E5FA81-D2D9-4CA4-AA7B-7EFBC0D0F3E7}">
      <dgm:prSet/>
      <dgm:spPr/>
      <dgm:t>
        <a:bodyPr/>
        <a:lstStyle/>
        <a:p>
          <a:endParaRPr lang="en-US"/>
        </a:p>
      </dgm:t>
    </dgm:pt>
    <dgm:pt modelId="{BA5760A6-8252-4088-9C7A-1AB9E23BAAAA}" type="sibTrans" cxnId="{C6E5FA81-D2D9-4CA4-AA7B-7EFBC0D0F3E7}">
      <dgm:prSet/>
      <dgm:spPr/>
      <dgm:t>
        <a:bodyPr/>
        <a:lstStyle/>
        <a:p>
          <a:endParaRPr lang="en-US"/>
        </a:p>
      </dgm:t>
    </dgm:pt>
    <dgm:pt modelId="{D3B5C7BA-4A2D-44C8-B9DE-08D5101C66D6}">
      <dgm:prSet phldrT="[Text]"/>
      <dgm:spPr/>
      <dgm:t>
        <a:bodyPr/>
        <a:lstStyle/>
        <a:p>
          <a:r>
            <a:rPr lang="ro-RO" dirty="0" smtClean="0"/>
            <a:t>Distribuție anormală a volumui iv</a:t>
          </a:r>
          <a:endParaRPr lang="en-US" dirty="0"/>
        </a:p>
      </dgm:t>
    </dgm:pt>
    <dgm:pt modelId="{3BDED03F-F182-4A4A-928A-E53065D86E42}" type="parTrans" cxnId="{6F9C31A9-0078-4B68-B9F7-FE6FCE2A99FB}">
      <dgm:prSet/>
      <dgm:spPr/>
      <dgm:t>
        <a:bodyPr/>
        <a:lstStyle/>
        <a:p>
          <a:endParaRPr lang="en-US"/>
        </a:p>
      </dgm:t>
    </dgm:pt>
    <dgm:pt modelId="{64AA295B-C633-4B92-814C-A98711BE6322}" type="sibTrans" cxnId="{6F9C31A9-0078-4B68-B9F7-FE6FCE2A99FB}">
      <dgm:prSet/>
      <dgm:spPr/>
      <dgm:t>
        <a:bodyPr/>
        <a:lstStyle/>
        <a:p>
          <a:endParaRPr lang="en-US"/>
        </a:p>
      </dgm:t>
    </dgm:pt>
    <dgm:pt modelId="{E074AD66-DC58-468A-9EC3-6539B0A7F37D}" type="pres">
      <dgm:prSet presAssocID="{E7C1A1C1-15CA-42AB-A022-B0927954254A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2322F032-E7D1-46C6-ADD4-B3EC1CCFD2E5}" type="pres">
      <dgm:prSet presAssocID="{62EA9EE9-0590-48CC-AA33-AD79092888EB}" presName="singleCycle" presStyleCnt="0"/>
      <dgm:spPr/>
    </dgm:pt>
    <dgm:pt modelId="{371DC49E-0BA1-4260-B2CD-E5284E02CB57}" type="pres">
      <dgm:prSet presAssocID="{62EA9EE9-0590-48CC-AA33-AD79092888EB}" presName="singleCenter" presStyleLbl="node1" presStyleIdx="0" presStyleCnt="4" custLinFactNeighborX="-366" custLinFactNeighborY="-10226">
        <dgm:presLayoutVars>
          <dgm:chMax val="7"/>
          <dgm:chPref val="7"/>
        </dgm:presLayoutVars>
      </dgm:prSet>
      <dgm:spPr/>
    </dgm:pt>
    <dgm:pt modelId="{7122ECF5-DDA4-44CD-AA1A-0B5DBC44B8EC}" type="pres">
      <dgm:prSet presAssocID="{12E6168F-F97E-497D-846E-8728FFF5B439}" presName="Name56" presStyleLbl="parChTrans1D2" presStyleIdx="0" presStyleCnt="3"/>
      <dgm:spPr/>
    </dgm:pt>
    <dgm:pt modelId="{A42A5F44-B3AC-4AA7-8321-F468D436B7FB}" type="pres">
      <dgm:prSet presAssocID="{97E641ED-FAF3-4429-BC32-952CC939453A}" presName="text0" presStyleLbl="node1" presStyleIdx="1" presStyleCnt="4" custScaleX="27222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E7F8CA-8344-4CE0-AC9C-1F851E07A62C}" type="pres">
      <dgm:prSet presAssocID="{83D2C309-6411-42DC-8A40-38157C0BF8AD}" presName="Name56" presStyleLbl="parChTrans1D2" presStyleIdx="1" presStyleCnt="3"/>
      <dgm:spPr/>
    </dgm:pt>
    <dgm:pt modelId="{8DF508F8-FFE5-499F-A52E-71386078C298}" type="pres">
      <dgm:prSet presAssocID="{4D4A3ABC-28B7-420F-8D26-9329A7A48E5B}" presName="text0" presStyleLbl="node1" presStyleIdx="2" presStyleCnt="4" custScaleX="3064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817E94-CCA6-4A87-AE48-ABCBB4AF54EC}" type="pres">
      <dgm:prSet presAssocID="{3BDED03F-F182-4A4A-928A-E53065D86E42}" presName="Name56" presStyleLbl="parChTrans1D2" presStyleIdx="2" presStyleCnt="3"/>
      <dgm:spPr/>
    </dgm:pt>
    <dgm:pt modelId="{82C019F1-C2E3-441F-9D1A-18DD79E39368}" type="pres">
      <dgm:prSet presAssocID="{D3B5C7BA-4A2D-44C8-B9DE-08D5101C66D6}" presName="text0" presStyleLbl="node1" presStyleIdx="3" presStyleCnt="4" custScaleX="29820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8BB0638-95B8-4084-B032-90A632CE2D52}" type="presOf" srcId="{62EA9EE9-0590-48CC-AA33-AD79092888EB}" destId="{371DC49E-0BA1-4260-B2CD-E5284E02CB57}" srcOrd="0" destOrd="0" presId="urn:microsoft.com/office/officeart/2008/layout/RadialCluster"/>
    <dgm:cxn modelId="{183A260B-6AB4-443F-A2D0-DC5ED2BE0D91}" type="presOf" srcId="{4D4A3ABC-28B7-420F-8D26-9329A7A48E5B}" destId="{8DF508F8-FFE5-499F-A52E-71386078C298}" srcOrd="0" destOrd="0" presId="urn:microsoft.com/office/officeart/2008/layout/RadialCluster"/>
    <dgm:cxn modelId="{E71739FE-EEBD-4451-B471-0E69A3958794}" type="presOf" srcId="{3BDED03F-F182-4A4A-928A-E53065D86E42}" destId="{EA817E94-CCA6-4A87-AE48-ABCBB4AF54EC}" srcOrd="0" destOrd="0" presId="urn:microsoft.com/office/officeart/2008/layout/RadialCluster"/>
    <dgm:cxn modelId="{6F9C31A9-0078-4B68-B9F7-FE6FCE2A99FB}" srcId="{62EA9EE9-0590-48CC-AA33-AD79092888EB}" destId="{D3B5C7BA-4A2D-44C8-B9DE-08D5101C66D6}" srcOrd="2" destOrd="0" parTransId="{3BDED03F-F182-4A4A-928A-E53065D86E42}" sibTransId="{64AA295B-C633-4B92-814C-A98711BE6322}"/>
    <dgm:cxn modelId="{5919EB75-AC79-492A-B261-7A2988CF64AF}" srcId="{62EA9EE9-0590-48CC-AA33-AD79092888EB}" destId="{97E641ED-FAF3-4429-BC32-952CC939453A}" srcOrd="0" destOrd="0" parTransId="{12E6168F-F97E-497D-846E-8728FFF5B439}" sibTransId="{EBD74F5E-FFA5-46DC-9C2A-48F24B5B0E4F}"/>
    <dgm:cxn modelId="{370487A3-152E-4377-9462-F8470EDA2F5A}" type="presOf" srcId="{97E641ED-FAF3-4429-BC32-952CC939453A}" destId="{A42A5F44-B3AC-4AA7-8321-F468D436B7FB}" srcOrd="0" destOrd="0" presId="urn:microsoft.com/office/officeart/2008/layout/RadialCluster"/>
    <dgm:cxn modelId="{871FE16A-FBD9-4570-B83E-492A1794DE05}" type="presOf" srcId="{E7C1A1C1-15CA-42AB-A022-B0927954254A}" destId="{E074AD66-DC58-468A-9EC3-6539B0A7F37D}" srcOrd="0" destOrd="0" presId="urn:microsoft.com/office/officeart/2008/layout/RadialCluster"/>
    <dgm:cxn modelId="{257734AD-F6B8-40CB-90D4-0F7A35AA4775}" type="presOf" srcId="{83D2C309-6411-42DC-8A40-38157C0BF8AD}" destId="{29E7F8CA-8344-4CE0-AC9C-1F851E07A62C}" srcOrd="0" destOrd="0" presId="urn:microsoft.com/office/officeart/2008/layout/RadialCluster"/>
    <dgm:cxn modelId="{C6E5FA81-D2D9-4CA4-AA7B-7EFBC0D0F3E7}" srcId="{62EA9EE9-0590-48CC-AA33-AD79092888EB}" destId="{4D4A3ABC-28B7-420F-8D26-9329A7A48E5B}" srcOrd="1" destOrd="0" parTransId="{83D2C309-6411-42DC-8A40-38157C0BF8AD}" sibTransId="{BA5760A6-8252-4088-9C7A-1AB9E23BAAAA}"/>
    <dgm:cxn modelId="{6FB6D91C-E4E9-4CCA-A78E-6E47DA8F47CC}" type="presOf" srcId="{D3B5C7BA-4A2D-44C8-B9DE-08D5101C66D6}" destId="{82C019F1-C2E3-441F-9D1A-18DD79E39368}" srcOrd="0" destOrd="0" presId="urn:microsoft.com/office/officeart/2008/layout/RadialCluster"/>
    <dgm:cxn modelId="{DA1FAA6A-0E5D-4517-A243-425168DA4EA8}" srcId="{E7C1A1C1-15CA-42AB-A022-B0927954254A}" destId="{62EA9EE9-0590-48CC-AA33-AD79092888EB}" srcOrd="0" destOrd="0" parTransId="{36E9B4B7-A95B-477A-86FD-83256F180F8F}" sibTransId="{53C1FC1F-FED9-4288-A9F0-99DB38A47B14}"/>
    <dgm:cxn modelId="{FD376267-4C2F-4BFA-891B-EBEC81209794}" type="presOf" srcId="{12E6168F-F97E-497D-846E-8728FFF5B439}" destId="{7122ECF5-DDA4-44CD-AA1A-0B5DBC44B8EC}" srcOrd="0" destOrd="0" presId="urn:microsoft.com/office/officeart/2008/layout/RadialCluster"/>
    <dgm:cxn modelId="{6602CDF3-773B-4348-AA5E-5EEAEB69ABFA}" type="presParOf" srcId="{E074AD66-DC58-468A-9EC3-6539B0A7F37D}" destId="{2322F032-E7D1-46C6-ADD4-B3EC1CCFD2E5}" srcOrd="0" destOrd="0" presId="urn:microsoft.com/office/officeart/2008/layout/RadialCluster"/>
    <dgm:cxn modelId="{3B64A707-CC7A-410F-AC28-D349B7873E43}" type="presParOf" srcId="{2322F032-E7D1-46C6-ADD4-B3EC1CCFD2E5}" destId="{371DC49E-0BA1-4260-B2CD-E5284E02CB57}" srcOrd="0" destOrd="0" presId="urn:microsoft.com/office/officeart/2008/layout/RadialCluster"/>
    <dgm:cxn modelId="{4A06F37D-E65C-45B5-A0FB-3703E2ED2381}" type="presParOf" srcId="{2322F032-E7D1-46C6-ADD4-B3EC1CCFD2E5}" destId="{7122ECF5-DDA4-44CD-AA1A-0B5DBC44B8EC}" srcOrd="1" destOrd="0" presId="urn:microsoft.com/office/officeart/2008/layout/RadialCluster"/>
    <dgm:cxn modelId="{D9DA25FD-8E2A-4EBE-9C61-FF5F10C87133}" type="presParOf" srcId="{2322F032-E7D1-46C6-ADD4-B3EC1CCFD2E5}" destId="{A42A5F44-B3AC-4AA7-8321-F468D436B7FB}" srcOrd="2" destOrd="0" presId="urn:microsoft.com/office/officeart/2008/layout/RadialCluster"/>
    <dgm:cxn modelId="{5509B50C-A72C-4703-BEBC-0B5BBBD30C21}" type="presParOf" srcId="{2322F032-E7D1-46C6-ADD4-B3EC1CCFD2E5}" destId="{29E7F8CA-8344-4CE0-AC9C-1F851E07A62C}" srcOrd="3" destOrd="0" presId="urn:microsoft.com/office/officeart/2008/layout/RadialCluster"/>
    <dgm:cxn modelId="{47504BFD-8AA4-4440-B778-D236B6F61588}" type="presParOf" srcId="{2322F032-E7D1-46C6-ADD4-B3EC1CCFD2E5}" destId="{8DF508F8-FFE5-499F-A52E-71386078C298}" srcOrd="4" destOrd="0" presId="urn:microsoft.com/office/officeart/2008/layout/RadialCluster"/>
    <dgm:cxn modelId="{647C5763-428B-42EF-BB25-CE27BB392ED5}" type="presParOf" srcId="{2322F032-E7D1-46C6-ADD4-B3EC1CCFD2E5}" destId="{EA817E94-CCA6-4A87-AE48-ABCBB4AF54EC}" srcOrd="5" destOrd="0" presId="urn:microsoft.com/office/officeart/2008/layout/RadialCluster"/>
    <dgm:cxn modelId="{A28013A6-0213-4B87-A4EC-933BFBCD16C3}" type="presParOf" srcId="{2322F032-E7D1-46C6-ADD4-B3EC1CCFD2E5}" destId="{82C019F1-C2E3-441F-9D1A-18DD79E39368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885880D-8006-448B-8CCA-B7593F1FA87A}" type="doc">
      <dgm:prSet loTypeId="urn:microsoft.com/office/officeart/2005/8/layout/lProcess3" loCatId="process" qsTypeId="urn:microsoft.com/office/officeart/2005/8/quickstyle/3d1" qsCatId="3D" csTypeId="urn:microsoft.com/office/officeart/2005/8/colors/accent0_3" csCatId="mainScheme" phldr="1"/>
      <dgm:spPr/>
    </dgm:pt>
    <dgm:pt modelId="{69876B8B-A5A0-4BDA-95D5-998B91A19B03}">
      <dgm:prSet phldrT="[Text]"/>
      <dgm:spPr/>
      <dgm:t>
        <a:bodyPr/>
        <a:lstStyle/>
        <a:p>
          <a:r>
            <a:rPr lang="ro-RO" dirty="0" smtClean="0"/>
            <a:t>Șoc compensat</a:t>
          </a:r>
          <a:endParaRPr lang="en-US" dirty="0"/>
        </a:p>
      </dgm:t>
    </dgm:pt>
    <dgm:pt modelId="{97E36958-2D2C-4D99-A5B0-8A4EFDB17BCB}" type="parTrans" cxnId="{710DA5BD-8425-4D0E-820D-E8135DF83210}">
      <dgm:prSet/>
      <dgm:spPr/>
      <dgm:t>
        <a:bodyPr/>
        <a:lstStyle/>
        <a:p>
          <a:endParaRPr lang="en-US"/>
        </a:p>
      </dgm:t>
    </dgm:pt>
    <dgm:pt modelId="{1AEA7FB2-5D16-4D33-BFE2-093F44528CBA}" type="sibTrans" cxnId="{710DA5BD-8425-4D0E-820D-E8135DF83210}">
      <dgm:prSet/>
      <dgm:spPr/>
      <dgm:t>
        <a:bodyPr/>
        <a:lstStyle/>
        <a:p>
          <a:endParaRPr lang="en-US"/>
        </a:p>
      </dgm:t>
    </dgm:pt>
    <dgm:pt modelId="{9B8F1814-ED69-4E62-A053-3BE6F61DC7E4}">
      <dgm:prSet phldrT="[Text]"/>
      <dgm:spPr/>
      <dgm:t>
        <a:bodyPr/>
        <a:lstStyle/>
        <a:p>
          <a:r>
            <a:rPr lang="ro-RO" dirty="0" smtClean="0"/>
            <a:t>Șoc hipotensiv</a:t>
          </a:r>
          <a:endParaRPr lang="en-US" dirty="0"/>
        </a:p>
      </dgm:t>
    </dgm:pt>
    <dgm:pt modelId="{D415CB1C-23B1-441D-AB61-A5919221CDDA}" type="parTrans" cxnId="{59C5C71F-7460-45AE-B83D-631E4B5DB149}">
      <dgm:prSet/>
      <dgm:spPr/>
      <dgm:t>
        <a:bodyPr/>
        <a:lstStyle/>
        <a:p>
          <a:endParaRPr lang="en-US"/>
        </a:p>
      </dgm:t>
    </dgm:pt>
    <dgm:pt modelId="{AF6F7CA5-0F74-4E5F-A787-D14293443770}" type="sibTrans" cxnId="{59C5C71F-7460-45AE-B83D-631E4B5DB149}">
      <dgm:prSet/>
      <dgm:spPr/>
      <dgm:t>
        <a:bodyPr/>
        <a:lstStyle/>
        <a:p>
          <a:endParaRPr lang="en-US"/>
        </a:p>
      </dgm:t>
    </dgm:pt>
    <dgm:pt modelId="{99F5756E-3132-4B1D-9A6C-9327D9D8DFC5}">
      <dgm:prSet phldrT="[Text]"/>
      <dgm:spPr/>
      <dgm:t>
        <a:bodyPr/>
        <a:lstStyle/>
        <a:p>
          <a:r>
            <a:rPr lang="ro-RO" dirty="0" smtClean="0"/>
            <a:t>Șoc ireversibil</a:t>
          </a:r>
          <a:endParaRPr lang="en-US" dirty="0"/>
        </a:p>
      </dgm:t>
    </dgm:pt>
    <dgm:pt modelId="{F23E1CBF-258B-4A13-84E5-B9A4E39E75A1}" type="parTrans" cxnId="{3A441431-EFD7-461C-BF2B-80C6A8952AC9}">
      <dgm:prSet/>
      <dgm:spPr/>
      <dgm:t>
        <a:bodyPr/>
        <a:lstStyle/>
        <a:p>
          <a:endParaRPr lang="en-US"/>
        </a:p>
      </dgm:t>
    </dgm:pt>
    <dgm:pt modelId="{D02C4B56-7B58-4219-A0CD-C706572C1ADA}" type="sibTrans" cxnId="{3A441431-EFD7-461C-BF2B-80C6A8952AC9}">
      <dgm:prSet/>
      <dgm:spPr/>
      <dgm:t>
        <a:bodyPr/>
        <a:lstStyle/>
        <a:p>
          <a:endParaRPr lang="en-US"/>
        </a:p>
      </dgm:t>
    </dgm:pt>
    <dgm:pt modelId="{383AF229-87B9-484E-9B2F-821EE818F1EF}">
      <dgm:prSet phldrT="[Text]"/>
      <dgm:spPr/>
      <dgm:t>
        <a:bodyPr/>
        <a:lstStyle/>
        <a:p>
          <a:r>
            <a:rPr lang="ro-RO" dirty="0" smtClean="0"/>
            <a:t>Tahicardie</a:t>
          </a:r>
        </a:p>
        <a:p>
          <a:r>
            <a:rPr lang="ro-RO" dirty="0" smtClean="0"/>
            <a:t>Vasoconstricție periferică</a:t>
          </a:r>
          <a:endParaRPr lang="en-US" dirty="0"/>
        </a:p>
      </dgm:t>
    </dgm:pt>
    <dgm:pt modelId="{E64D53E6-7EE0-4F84-A449-10EBE5BAF359}" type="parTrans" cxnId="{EC09C025-D740-42F2-9E9F-0F1201A37644}">
      <dgm:prSet/>
      <dgm:spPr/>
      <dgm:t>
        <a:bodyPr/>
        <a:lstStyle/>
        <a:p>
          <a:endParaRPr lang="en-US"/>
        </a:p>
      </dgm:t>
    </dgm:pt>
    <dgm:pt modelId="{4A091549-6163-4625-BBBE-F6CAAE5593F2}" type="sibTrans" cxnId="{EC09C025-D740-42F2-9E9F-0F1201A37644}">
      <dgm:prSet/>
      <dgm:spPr/>
      <dgm:t>
        <a:bodyPr/>
        <a:lstStyle/>
        <a:p>
          <a:endParaRPr lang="en-US"/>
        </a:p>
      </dgm:t>
    </dgm:pt>
    <dgm:pt modelId="{B81ECFE2-D690-4D7D-ACC2-E17BF9BD9B14}">
      <dgm:prSet phldrT="[Text]"/>
      <dgm:spPr/>
      <dgm:t>
        <a:bodyPr/>
        <a:lstStyle/>
        <a:p>
          <a:r>
            <a:rPr lang="en-US" dirty="0" smtClean="0">
              <a:latin typeface="Calibri"/>
              <a:cs typeface="Calibri"/>
            </a:rPr>
            <a:t>↓</a:t>
          </a:r>
          <a:r>
            <a:rPr lang="ro-RO" dirty="0" smtClean="0">
              <a:latin typeface="Calibri"/>
              <a:cs typeface="Calibri"/>
            </a:rPr>
            <a:t> TAS</a:t>
          </a:r>
        </a:p>
        <a:p>
          <a:r>
            <a:rPr lang="ro-RO" dirty="0" smtClean="0">
              <a:latin typeface="Calibri"/>
              <a:cs typeface="Calibri"/>
            </a:rPr>
            <a:t>Status mental alterat</a:t>
          </a:r>
          <a:endParaRPr lang="en-US" dirty="0"/>
        </a:p>
      </dgm:t>
    </dgm:pt>
    <dgm:pt modelId="{AE384BE9-7089-4E26-8FA0-2265C14E50A4}" type="parTrans" cxnId="{8AD0C875-A8AA-42BE-B2EC-5E98D39079EB}">
      <dgm:prSet/>
      <dgm:spPr/>
      <dgm:t>
        <a:bodyPr/>
        <a:lstStyle/>
        <a:p>
          <a:endParaRPr lang="en-US"/>
        </a:p>
      </dgm:t>
    </dgm:pt>
    <dgm:pt modelId="{DBA7F56F-AE17-48E5-838A-527FCE2744A1}" type="sibTrans" cxnId="{8AD0C875-A8AA-42BE-B2EC-5E98D39079EB}">
      <dgm:prSet/>
      <dgm:spPr/>
      <dgm:t>
        <a:bodyPr/>
        <a:lstStyle/>
        <a:p>
          <a:endParaRPr lang="en-US"/>
        </a:p>
      </dgm:t>
    </dgm:pt>
    <dgm:pt modelId="{D2689C65-C14F-4172-BBD7-2E5EC5507388}">
      <dgm:prSet phldrT="[Text]"/>
      <dgm:spPr/>
      <dgm:t>
        <a:bodyPr/>
        <a:lstStyle/>
        <a:p>
          <a:r>
            <a:rPr lang="ro-RO" dirty="0" smtClean="0"/>
            <a:t>Disfuncție multiplă</a:t>
          </a:r>
        </a:p>
        <a:p>
          <a:r>
            <a:rPr lang="ro-RO" dirty="0" smtClean="0"/>
            <a:t>Deces</a:t>
          </a:r>
          <a:endParaRPr lang="en-US" dirty="0"/>
        </a:p>
      </dgm:t>
    </dgm:pt>
    <dgm:pt modelId="{0421A278-62DF-4791-81D0-83E2098580E5}" type="parTrans" cxnId="{E2D99AFC-337C-4298-B06B-A9AABCFAB2B4}">
      <dgm:prSet/>
      <dgm:spPr/>
      <dgm:t>
        <a:bodyPr/>
        <a:lstStyle/>
        <a:p>
          <a:endParaRPr lang="en-US"/>
        </a:p>
      </dgm:t>
    </dgm:pt>
    <dgm:pt modelId="{E01FD1FC-BB11-40E2-A6E6-8597C0E8E10B}" type="sibTrans" cxnId="{E2D99AFC-337C-4298-B06B-A9AABCFAB2B4}">
      <dgm:prSet/>
      <dgm:spPr/>
      <dgm:t>
        <a:bodyPr/>
        <a:lstStyle/>
        <a:p>
          <a:endParaRPr lang="en-US"/>
        </a:p>
      </dgm:t>
    </dgm:pt>
    <dgm:pt modelId="{5B8266AF-46EE-48D5-A329-B3F6C1D5FBDC}" type="pres">
      <dgm:prSet presAssocID="{1885880D-8006-448B-8CCA-B7593F1FA87A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EFF94DE8-D456-40DE-B23F-67E70ECD66B6}" type="pres">
      <dgm:prSet presAssocID="{69876B8B-A5A0-4BDA-95D5-998B91A19B03}" presName="horFlow" presStyleCnt="0"/>
      <dgm:spPr/>
    </dgm:pt>
    <dgm:pt modelId="{F8749A85-E29B-4239-A7BC-DF7B077969FB}" type="pres">
      <dgm:prSet presAssocID="{69876B8B-A5A0-4BDA-95D5-998B91A19B03}" presName="bigChev" presStyleLbl="node1" presStyleIdx="0" presStyleCnt="3"/>
      <dgm:spPr/>
    </dgm:pt>
    <dgm:pt modelId="{25C9517B-0131-48AB-973C-C4471384811E}" type="pres">
      <dgm:prSet presAssocID="{E64D53E6-7EE0-4F84-A449-10EBE5BAF359}" presName="parTrans" presStyleCnt="0"/>
      <dgm:spPr/>
    </dgm:pt>
    <dgm:pt modelId="{8FC2F4CA-B543-40F4-9111-35D963C846CE}" type="pres">
      <dgm:prSet presAssocID="{383AF229-87B9-484E-9B2F-821EE818F1EF}" presName="node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1329C1-09C0-4B40-BF60-4F7D3D7B41C1}" type="pres">
      <dgm:prSet presAssocID="{69876B8B-A5A0-4BDA-95D5-998B91A19B03}" presName="vSp" presStyleCnt="0"/>
      <dgm:spPr/>
    </dgm:pt>
    <dgm:pt modelId="{014EFAA6-9D35-4097-A5CC-5C25B3B915BA}" type="pres">
      <dgm:prSet presAssocID="{9B8F1814-ED69-4E62-A053-3BE6F61DC7E4}" presName="horFlow" presStyleCnt="0"/>
      <dgm:spPr/>
    </dgm:pt>
    <dgm:pt modelId="{0AC7F19D-1A04-4918-A2B3-334623A29F18}" type="pres">
      <dgm:prSet presAssocID="{9B8F1814-ED69-4E62-A053-3BE6F61DC7E4}" presName="bigChev" presStyleLbl="node1" presStyleIdx="1" presStyleCnt="3"/>
      <dgm:spPr/>
    </dgm:pt>
    <dgm:pt modelId="{30B8D77E-EC53-4E89-890F-53F94E09D854}" type="pres">
      <dgm:prSet presAssocID="{AE384BE9-7089-4E26-8FA0-2265C14E50A4}" presName="parTrans" presStyleCnt="0"/>
      <dgm:spPr/>
    </dgm:pt>
    <dgm:pt modelId="{CA7C79A7-9409-4205-849A-BF679E142F65}" type="pres">
      <dgm:prSet presAssocID="{B81ECFE2-D690-4D7D-ACC2-E17BF9BD9B14}" presName="node" presStyleLbl="alignAccFollowNode1" presStyleIdx="1" presStyleCnt="3">
        <dgm:presLayoutVars>
          <dgm:bulletEnabled val="1"/>
        </dgm:presLayoutVars>
      </dgm:prSet>
      <dgm:spPr/>
    </dgm:pt>
    <dgm:pt modelId="{9919F313-B19F-4A05-95F7-6B6757D2480F}" type="pres">
      <dgm:prSet presAssocID="{9B8F1814-ED69-4E62-A053-3BE6F61DC7E4}" presName="vSp" presStyleCnt="0"/>
      <dgm:spPr/>
    </dgm:pt>
    <dgm:pt modelId="{109E5FF0-18B0-4466-AA1C-8F3352C579D9}" type="pres">
      <dgm:prSet presAssocID="{99F5756E-3132-4B1D-9A6C-9327D9D8DFC5}" presName="horFlow" presStyleCnt="0"/>
      <dgm:spPr/>
    </dgm:pt>
    <dgm:pt modelId="{6194DDF5-1D9A-4D51-A4CE-D5FBC56A9395}" type="pres">
      <dgm:prSet presAssocID="{99F5756E-3132-4B1D-9A6C-9327D9D8DFC5}" presName="bigChev" presStyleLbl="node1" presStyleIdx="2" presStyleCnt="3"/>
      <dgm:spPr/>
    </dgm:pt>
    <dgm:pt modelId="{9307DC14-0F77-4BF3-9631-3C706982FC89}" type="pres">
      <dgm:prSet presAssocID="{0421A278-62DF-4791-81D0-83E2098580E5}" presName="parTrans" presStyleCnt="0"/>
      <dgm:spPr/>
    </dgm:pt>
    <dgm:pt modelId="{789B2650-74E2-4397-8D15-B325DE33F031}" type="pres">
      <dgm:prSet presAssocID="{D2689C65-C14F-4172-BBD7-2E5EC5507388}" presName="node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AD0C875-A8AA-42BE-B2EC-5E98D39079EB}" srcId="{9B8F1814-ED69-4E62-A053-3BE6F61DC7E4}" destId="{B81ECFE2-D690-4D7D-ACC2-E17BF9BD9B14}" srcOrd="0" destOrd="0" parTransId="{AE384BE9-7089-4E26-8FA0-2265C14E50A4}" sibTransId="{DBA7F56F-AE17-48E5-838A-527FCE2744A1}"/>
    <dgm:cxn modelId="{C2B884E1-75C0-4361-A655-338FB30A1779}" type="presOf" srcId="{69876B8B-A5A0-4BDA-95D5-998B91A19B03}" destId="{F8749A85-E29B-4239-A7BC-DF7B077969FB}" srcOrd="0" destOrd="0" presId="urn:microsoft.com/office/officeart/2005/8/layout/lProcess3"/>
    <dgm:cxn modelId="{59C5C71F-7460-45AE-B83D-631E4B5DB149}" srcId="{1885880D-8006-448B-8CCA-B7593F1FA87A}" destId="{9B8F1814-ED69-4E62-A053-3BE6F61DC7E4}" srcOrd="1" destOrd="0" parTransId="{D415CB1C-23B1-441D-AB61-A5919221CDDA}" sibTransId="{AF6F7CA5-0F74-4E5F-A787-D14293443770}"/>
    <dgm:cxn modelId="{CA574861-A1BD-4D7C-9294-0F58EA1838B9}" type="presOf" srcId="{383AF229-87B9-484E-9B2F-821EE818F1EF}" destId="{8FC2F4CA-B543-40F4-9111-35D963C846CE}" srcOrd="0" destOrd="0" presId="urn:microsoft.com/office/officeart/2005/8/layout/lProcess3"/>
    <dgm:cxn modelId="{C9FD39B5-2106-4637-BDCD-DD7997C6E2A4}" type="presOf" srcId="{1885880D-8006-448B-8CCA-B7593F1FA87A}" destId="{5B8266AF-46EE-48D5-A329-B3F6C1D5FBDC}" srcOrd="0" destOrd="0" presId="urn:microsoft.com/office/officeart/2005/8/layout/lProcess3"/>
    <dgm:cxn modelId="{E3FF7012-A85B-426F-882C-EFB6042D111E}" type="presOf" srcId="{9B8F1814-ED69-4E62-A053-3BE6F61DC7E4}" destId="{0AC7F19D-1A04-4918-A2B3-334623A29F18}" srcOrd="0" destOrd="0" presId="urn:microsoft.com/office/officeart/2005/8/layout/lProcess3"/>
    <dgm:cxn modelId="{3A441431-EFD7-461C-BF2B-80C6A8952AC9}" srcId="{1885880D-8006-448B-8CCA-B7593F1FA87A}" destId="{99F5756E-3132-4B1D-9A6C-9327D9D8DFC5}" srcOrd="2" destOrd="0" parTransId="{F23E1CBF-258B-4A13-84E5-B9A4E39E75A1}" sibTransId="{D02C4B56-7B58-4219-A0CD-C706572C1ADA}"/>
    <dgm:cxn modelId="{E2D99AFC-337C-4298-B06B-A9AABCFAB2B4}" srcId="{99F5756E-3132-4B1D-9A6C-9327D9D8DFC5}" destId="{D2689C65-C14F-4172-BBD7-2E5EC5507388}" srcOrd="0" destOrd="0" parTransId="{0421A278-62DF-4791-81D0-83E2098580E5}" sibTransId="{E01FD1FC-BB11-40E2-A6E6-8597C0E8E10B}"/>
    <dgm:cxn modelId="{6CEE281D-B358-4BCF-8E66-0B60369EAFDD}" type="presOf" srcId="{D2689C65-C14F-4172-BBD7-2E5EC5507388}" destId="{789B2650-74E2-4397-8D15-B325DE33F031}" srcOrd="0" destOrd="0" presId="urn:microsoft.com/office/officeart/2005/8/layout/lProcess3"/>
    <dgm:cxn modelId="{EC09C025-D740-42F2-9E9F-0F1201A37644}" srcId="{69876B8B-A5A0-4BDA-95D5-998B91A19B03}" destId="{383AF229-87B9-484E-9B2F-821EE818F1EF}" srcOrd="0" destOrd="0" parTransId="{E64D53E6-7EE0-4F84-A449-10EBE5BAF359}" sibTransId="{4A091549-6163-4625-BBBE-F6CAAE5593F2}"/>
    <dgm:cxn modelId="{710DA5BD-8425-4D0E-820D-E8135DF83210}" srcId="{1885880D-8006-448B-8CCA-B7593F1FA87A}" destId="{69876B8B-A5A0-4BDA-95D5-998B91A19B03}" srcOrd="0" destOrd="0" parTransId="{97E36958-2D2C-4D99-A5B0-8A4EFDB17BCB}" sibTransId="{1AEA7FB2-5D16-4D33-BFE2-093F44528CBA}"/>
    <dgm:cxn modelId="{6DEBB9A9-EC69-45CE-8495-9EBB78F5F317}" type="presOf" srcId="{B81ECFE2-D690-4D7D-ACC2-E17BF9BD9B14}" destId="{CA7C79A7-9409-4205-849A-BF679E142F65}" srcOrd="0" destOrd="0" presId="urn:microsoft.com/office/officeart/2005/8/layout/lProcess3"/>
    <dgm:cxn modelId="{71FB59CE-FEF5-4180-A712-3A9859A9C71B}" type="presOf" srcId="{99F5756E-3132-4B1D-9A6C-9327D9D8DFC5}" destId="{6194DDF5-1D9A-4D51-A4CE-D5FBC56A9395}" srcOrd="0" destOrd="0" presId="urn:microsoft.com/office/officeart/2005/8/layout/lProcess3"/>
    <dgm:cxn modelId="{DF788C91-6D16-4978-A153-47EEAFC8D0BC}" type="presParOf" srcId="{5B8266AF-46EE-48D5-A329-B3F6C1D5FBDC}" destId="{EFF94DE8-D456-40DE-B23F-67E70ECD66B6}" srcOrd="0" destOrd="0" presId="urn:microsoft.com/office/officeart/2005/8/layout/lProcess3"/>
    <dgm:cxn modelId="{260373C7-B728-44D3-A110-D0FD97BEDBDE}" type="presParOf" srcId="{EFF94DE8-D456-40DE-B23F-67E70ECD66B6}" destId="{F8749A85-E29B-4239-A7BC-DF7B077969FB}" srcOrd="0" destOrd="0" presId="urn:microsoft.com/office/officeart/2005/8/layout/lProcess3"/>
    <dgm:cxn modelId="{12C95C78-A7BD-4BB6-AA97-CA2D39491FB3}" type="presParOf" srcId="{EFF94DE8-D456-40DE-B23F-67E70ECD66B6}" destId="{25C9517B-0131-48AB-973C-C4471384811E}" srcOrd="1" destOrd="0" presId="urn:microsoft.com/office/officeart/2005/8/layout/lProcess3"/>
    <dgm:cxn modelId="{846B10C5-AC56-4AA7-8CCB-ED4902D286EE}" type="presParOf" srcId="{EFF94DE8-D456-40DE-B23F-67E70ECD66B6}" destId="{8FC2F4CA-B543-40F4-9111-35D963C846CE}" srcOrd="2" destOrd="0" presId="urn:microsoft.com/office/officeart/2005/8/layout/lProcess3"/>
    <dgm:cxn modelId="{120A0050-39DD-4991-8FC0-DC7E51D734D4}" type="presParOf" srcId="{5B8266AF-46EE-48D5-A329-B3F6C1D5FBDC}" destId="{881329C1-09C0-4B40-BF60-4F7D3D7B41C1}" srcOrd="1" destOrd="0" presId="urn:microsoft.com/office/officeart/2005/8/layout/lProcess3"/>
    <dgm:cxn modelId="{9DD8B6F6-4ABD-4251-9F53-5621A48803AF}" type="presParOf" srcId="{5B8266AF-46EE-48D5-A329-B3F6C1D5FBDC}" destId="{014EFAA6-9D35-4097-A5CC-5C25B3B915BA}" srcOrd="2" destOrd="0" presId="urn:microsoft.com/office/officeart/2005/8/layout/lProcess3"/>
    <dgm:cxn modelId="{C597913A-DEF4-4495-8CC0-A6EE1A3919A6}" type="presParOf" srcId="{014EFAA6-9D35-4097-A5CC-5C25B3B915BA}" destId="{0AC7F19D-1A04-4918-A2B3-334623A29F18}" srcOrd="0" destOrd="0" presId="urn:microsoft.com/office/officeart/2005/8/layout/lProcess3"/>
    <dgm:cxn modelId="{21803C5B-5C55-4717-AD1D-168B22D5C420}" type="presParOf" srcId="{014EFAA6-9D35-4097-A5CC-5C25B3B915BA}" destId="{30B8D77E-EC53-4E89-890F-53F94E09D854}" srcOrd="1" destOrd="0" presId="urn:microsoft.com/office/officeart/2005/8/layout/lProcess3"/>
    <dgm:cxn modelId="{1B869DCD-C984-40A9-B013-51B7350ABF48}" type="presParOf" srcId="{014EFAA6-9D35-4097-A5CC-5C25B3B915BA}" destId="{CA7C79A7-9409-4205-849A-BF679E142F65}" srcOrd="2" destOrd="0" presId="urn:microsoft.com/office/officeart/2005/8/layout/lProcess3"/>
    <dgm:cxn modelId="{89897CCC-7E07-4A4D-AE31-E71B216D0540}" type="presParOf" srcId="{5B8266AF-46EE-48D5-A329-B3F6C1D5FBDC}" destId="{9919F313-B19F-4A05-95F7-6B6757D2480F}" srcOrd="3" destOrd="0" presId="urn:microsoft.com/office/officeart/2005/8/layout/lProcess3"/>
    <dgm:cxn modelId="{8924E199-7673-4150-AB19-C3C3E5A2D590}" type="presParOf" srcId="{5B8266AF-46EE-48D5-A329-B3F6C1D5FBDC}" destId="{109E5FF0-18B0-4466-AA1C-8F3352C579D9}" srcOrd="4" destOrd="0" presId="urn:microsoft.com/office/officeart/2005/8/layout/lProcess3"/>
    <dgm:cxn modelId="{38951811-BAAD-4845-9611-5B0A9002412B}" type="presParOf" srcId="{109E5FF0-18B0-4466-AA1C-8F3352C579D9}" destId="{6194DDF5-1D9A-4D51-A4CE-D5FBC56A9395}" srcOrd="0" destOrd="0" presId="urn:microsoft.com/office/officeart/2005/8/layout/lProcess3"/>
    <dgm:cxn modelId="{683FDE47-C605-4C78-80BA-A05CAB0A2901}" type="presParOf" srcId="{109E5FF0-18B0-4466-AA1C-8F3352C579D9}" destId="{9307DC14-0F77-4BF3-9631-3C706982FC89}" srcOrd="1" destOrd="0" presId="urn:microsoft.com/office/officeart/2005/8/layout/lProcess3"/>
    <dgm:cxn modelId="{C6C954EF-DFFF-4BD7-9342-1D1853A69E6D}" type="presParOf" srcId="{109E5FF0-18B0-4466-AA1C-8F3352C579D9}" destId="{789B2650-74E2-4397-8D15-B325DE33F031}" srcOrd="2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87B5F7F-95E4-47B3-8263-088B68437483}" type="doc">
      <dgm:prSet loTypeId="urn:microsoft.com/office/officeart/2005/8/layout/radial3" loCatId="cycle" qsTypeId="urn:microsoft.com/office/officeart/2005/8/quickstyle/simple5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C90C149E-28D5-47ED-AF5E-1247BBFE1CFC}">
      <dgm:prSet phldrT="[Text]"/>
      <dgm:spPr/>
      <dgm:t>
        <a:bodyPr/>
        <a:lstStyle/>
        <a:p>
          <a:r>
            <a:rPr lang="ro-RO" dirty="0" smtClean="0"/>
            <a:t>ȘOCUL</a:t>
          </a:r>
          <a:endParaRPr lang="en-US" dirty="0"/>
        </a:p>
      </dgm:t>
    </dgm:pt>
    <dgm:pt modelId="{554221C4-BF30-454F-BE63-AFE30AA8B8DB}" type="parTrans" cxnId="{DF06B1BF-76A7-4C01-9B96-C5DD5AD25F6A}">
      <dgm:prSet/>
      <dgm:spPr/>
      <dgm:t>
        <a:bodyPr/>
        <a:lstStyle/>
        <a:p>
          <a:endParaRPr lang="en-US"/>
        </a:p>
      </dgm:t>
    </dgm:pt>
    <dgm:pt modelId="{156FE649-97DE-49D7-8B29-65BF646532E5}" type="sibTrans" cxnId="{DF06B1BF-76A7-4C01-9B96-C5DD5AD25F6A}">
      <dgm:prSet/>
      <dgm:spPr/>
      <dgm:t>
        <a:bodyPr/>
        <a:lstStyle/>
        <a:p>
          <a:endParaRPr lang="en-US"/>
        </a:p>
      </dgm:t>
    </dgm:pt>
    <dgm:pt modelId="{7DA06C1B-88A5-4D85-BA21-5C9347BBF967}">
      <dgm:prSet phldrT="[Text]"/>
      <dgm:spPr/>
      <dgm:t>
        <a:bodyPr/>
        <a:lstStyle/>
        <a:p>
          <a:r>
            <a:rPr lang="ro-RO" dirty="0" smtClean="0"/>
            <a:t>HIPOVOLEMIC</a:t>
          </a:r>
          <a:endParaRPr lang="en-US" dirty="0"/>
        </a:p>
      </dgm:t>
    </dgm:pt>
    <dgm:pt modelId="{CDE2CC69-A4B6-41A1-A89E-25860C436E09}" type="parTrans" cxnId="{6147FC29-4B1A-4582-8EBE-9CB4DD15A1ED}">
      <dgm:prSet/>
      <dgm:spPr/>
      <dgm:t>
        <a:bodyPr/>
        <a:lstStyle/>
        <a:p>
          <a:endParaRPr lang="en-US"/>
        </a:p>
      </dgm:t>
    </dgm:pt>
    <dgm:pt modelId="{D5432C01-3DFD-4C52-A258-94314E6ACAF4}" type="sibTrans" cxnId="{6147FC29-4B1A-4582-8EBE-9CB4DD15A1ED}">
      <dgm:prSet/>
      <dgm:spPr/>
      <dgm:t>
        <a:bodyPr/>
        <a:lstStyle/>
        <a:p>
          <a:endParaRPr lang="en-US"/>
        </a:p>
      </dgm:t>
    </dgm:pt>
    <dgm:pt modelId="{548A0A5D-A7C9-4AAA-A257-759FF50B6364}">
      <dgm:prSet phldrT="[Text]"/>
      <dgm:spPr/>
      <dgm:t>
        <a:bodyPr/>
        <a:lstStyle/>
        <a:p>
          <a:r>
            <a:rPr lang="ro-RO" dirty="0" smtClean="0"/>
            <a:t>CARDIOGEN</a:t>
          </a:r>
          <a:endParaRPr lang="en-US" dirty="0"/>
        </a:p>
      </dgm:t>
    </dgm:pt>
    <dgm:pt modelId="{0CCB145C-8B6D-4B5A-9528-42CAF4EA989F}" type="parTrans" cxnId="{812ECD80-4024-4177-958D-68CE0F613027}">
      <dgm:prSet/>
      <dgm:spPr/>
      <dgm:t>
        <a:bodyPr/>
        <a:lstStyle/>
        <a:p>
          <a:endParaRPr lang="en-US"/>
        </a:p>
      </dgm:t>
    </dgm:pt>
    <dgm:pt modelId="{407C6E56-A8AB-4CA5-8F81-7EE5EDD32482}" type="sibTrans" cxnId="{812ECD80-4024-4177-958D-68CE0F613027}">
      <dgm:prSet/>
      <dgm:spPr/>
      <dgm:t>
        <a:bodyPr/>
        <a:lstStyle/>
        <a:p>
          <a:endParaRPr lang="en-US"/>
        </a:p>
      </dgm:t>
    </dgm:pt>
    <dgm:pt modelId="{D91E986A-0FEC-43F8-A029-29CD0DBF5083}">
      <dgm:prSet phldrT="[Text]"/>
      <dgm:spPr/>
      <dgm:t>
        <a:bodyPr/>
        <a:lstStyle/>
        <a:p>
          <a:r>
            <a:rPr lang="ro-RO" dirty="0" smtClean="0"/>
            <a:t>DISTRIBUTIV</a:t>
          </a:r>
          <a:endParaRPr lang="en-US" dirty="0"/>
        </a:p>
      </dgm:t>
    </dgm:pt>
    <dgm:pt modelId="{B1C63846-7577-4814-BF2E-389B6127EEEA}" type="parTrans" cxnId="{9A2A7AFA-8430-4BB9-B8D5-82F56AF5E57D}">
      <dgm:prSet/>
      <dgm:spPr/>
      <dgm:t>
        <a:bodyPr/>
        <a:lstStyle/>
        <a:p>
          <a:endParaRPr lang="en-US"/>
        </a:p>
      </dgm:t>
    </dgm:pt>
    <dgm:pt modelId="{88372B49-F868-44E0-907F-F68AF8D181D5}" type="sibTrans" cxnId="{9A2A7AFA-8430-4BB9-B8D5-82F56AF5E57D}">
      <dgm:prSet/>
      <dgm:spPr/>
      <dgm:t>
        <a:bodyPr/>
        <a:lstStyle/>
        <a:p>
          <a:endParaRPr lang="en-US"/>
        </a:p>
      </dgm:t>
    </dgm:pt>
    <dgm:pt modelId="{A5033083-9C32-49E0-A208-B85BDF08ACE4}">
      <dgm:prSet phldrT="[Text]"/>
      <dgm:spPr/>
      <dgm:t>
        <a:bodyPr/>
        <a:lstStyle/>
        <a:p>
          <a:r>
            <a:rPr lang="ro-RO" dirty="0" smtClean="0"/>
            <a:t>OBSTRUCTIV</a:t>
          </a:r>
          <a:endParaRPr lang="en-US" dirty="0"/>
        </a:p>
      </dgm:t>
    </dgm:pt>
    <dgm:pt modelId="{DA84CFB7-B050-4925-B377-943188F44280}" type="parTrans" cxnId="{1B48E1F1-F9D9-4DA4-A6BF-20377ED49817}">
      <dgm:prSet/>
      <dgm:spPr/>
      <dgm:t>
        <a:bodyPr/>
        <a:lstStyle/>
        <a:p>
          <a:endParaRPr lang="en-US"/>
        </a:p>
      </dgm:t>
    </dgm:pt>
    <dgm:pt modelId="{56DB9897-A98A-4563-A9DA-E6D108E7E090}" type="sibTrans" cxnId="{1B48E1F1-F9D9-4DA4-A6BF-20377ED49817}">
      <dgm:prSet/>
      <dgm:spPr/>
      <dgm:t>
        <a:bodyPr/>
        <a:lstStyle/>
        <a:p>
          <a:endParaRPr lang="en-US"/>
        </a:p>
      </dgm:t>
    </dgm:pt>
    <dgm:pt modelId="{DD6DDC85-7CBB-4FC1-BDB5-C28949B1CAD0}">
      <dgm:prSet phldrT="[Text]"/>
      <dgm:spPr/>
      <dgm:t>
        <a:bodyPr/>
        <a:lstStyle/>
        <a:p>
          <a:r>
            <a:rPr lang="ro-RO" dirty="0" smtClean="0"/>
            <a:t>DISOCIATIV</a:t>
          </a:r>
          <a:endParaRPr lang="en-US" dirty="0"/>
        </a:p>
      </dgm:t>
    </dgm:pt>
    <dgm:pt modelId="{718C24EC-CDD1-4E4C-9739-E91422DDDEA1}" type="parTrans" cxnId="{25EFC77D-1AE2-4DD7-89B5-28DE58A2F30A}">
      <dgm:prSet/>
      <dgm:spPr/>
      <dgm:t>
        <a:bodyPr/>
        <a:lstStyle/>
        <a:p>
          <a:endParaRPr lang="en-US"/>
        </a:p>
      </dgm:t>
    </dgm:pt>
    <dgm:pt modelId="{912E0F8E-8725-4993-A093-3852A93EA587}" type="sibTrans" cxnId="{25EFC77D-1AE2-4DD7-89B5-28DE58A2F30A}">
      <dgm:prSet/>
      <dgm:spPr/>
      <dgm:t>
        <a:bodyPr/>
        <a:lstStyle/>
        <a:p>
          <a:endParaRPr lang="en-US"/>
        </a:p>
      </dgm:t>
    </dgm:pt>
    <dgm:pt modelId="{02AEC33C-BAB1-4CC5-BD03-F536CC0CFA8A}" type="pres">
      <dgm:prSet presAssocID="{E87B5F7F-95E4-47B3-8263-088B68437483}" presName="composite" presStyleCnt="0">
        <dgm:presLayoutVars>
          <dgm:chMax val="1"/>
          <dgm:dir/>
          <dgm:resizeHandles val="exact"/>
        </dgm:presLayoutVars>
      </dgm:prSet>
      <dgm:spPr/>
    </dgm:pt>
    <dgm:pt modelId="{A554D9CC-6B24-4C95-B2AF-9C906102B0FB}" type="pres">
      <dgm:prSet presAssocID="{E87B5F7F-95E4-47B3-8263-088B68437483}" presName="radial" presStyleCnt="0">
        <dgm:presLayoutVars>
          <dgm:animLvl val="ctr"/>
        </dgm:presLayoutVars>
      </dgm:prSet>
      <dgm:spPr/>
    </dgm:pt>
    <dgm:pt modelId="{26668E54-8ED1-458A-B2C2-9AE5F1948D55}" type="pres">
      <dgm:prSet presAssocID="{C90C149E-28D5-47ED-AF5E-1247BBFE1CFC}" presName="centerShape" presStyleLbl="vennNode1" presStyleIdx="0" presStyleCnt="6"/>
      <dgm:spPr/>
    </dgm:pt>
    <dgm:pt modelId="{E03B33E2-1519-4F10-A298-24736C54216B}" type="pres">
      <dgm:prSet presAssocID="{7DA06C1B-88A5-4D85-BA21-5C9347BBF967}" presName="node" presStyleLbl="vennNode1" presStyleIdx="1" presStyleCnt="6">
        <dgm:presLayoutVars>
          <dgm:bulletEnabled val="1"/>
        </dgm:presLayoutVars>
      </dgm:prSet>
      <dgm:spPr/>
    </dgm:pt>
    <dgm:pt modelId="{ADC06912-6215-4AF6-8DFA-04ADB68EB1CA}" type="pres">
      <dgm:prSet presAssocID="{548A0A5D-A7C9-4AAA-A257-759FF50B6364}" presName="node" presStyleLbl="vennNode1" presStyleIdx="2" presStyleCnt="6">
        <dgm:presLayoutVars>
          <dgm:bulletEnabled val="1"/>
        </dgm:presLayoutVars>
      </dgm:prSet>
      <dgm:spPr/>
    </dgm:pt>
    <dgm:pt modelId="{4BF3E14E-2DDD-45CF-BAA3-2B56735B342E}" type="pres">
      <dgm:prSet presAssocID="{D91E986A-0FEC-43F8-A029-29CD0DBF5083}" presName="node" presStyleLbl="venn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660AE70-0C71-43B5-A585-516385D5BCB4}" type="pres">
      <dgm:prSet presAssocID="{A5033083-9C32-49E0-A208-B85BDF08ACE4}" presName="node" presStyleLbl="vennNode1" presStyleIdx="4" presStyleCnt="6">
        <dgm:presLayoutVars>
          <dgm:bulletEnabled val="1"/>
        </dgm:presLayoutVars>
      </dgm:prSet>
      <dgm:spPr/>
    </dgm:pt>
    <dgm:pt modelId="{D9140C18-070C-4890-B7B6-72E59E3CCB0C}" type="pres">
      <dgm:prSet presAssocID="{DD6DDC85-7CBB-4FC1-BDB5-C28949B1CAD0}" presName="node" presStyleLbl="vennNode1" presStyleIdx="5" presStyleCnt="6">
        <dgm:presLayoutVars>
          <dgm:bulletEnabled val="1"/>
        </dgm:presLayoutVars>
      </dgm:prSet>
      <dgm:spPr/>
    </dgm:pt>
  </dgm:ptLst>
  <dgm:cxnLst>
    <dgm:cxn modelId="{25EFC77D-1AE2-4DD7-89B5-28DE58A2F30A}" srcId="{C90C149E-28D5-47ED-AF5E-1247BBFE1CFC}" destId="{DD6DDC85-7CBB-4FC1-BDB5-C28949B1CAD0}" srcOrd="4" destOrd="0" parTransId="{718C24EC-CDD1-4E4C-9739-E91422DDDEA1}" sibTransId="{912E0F8E-8725-4993-A093-3852A93EA587}"/>
    <dgm:cxn modelId="{A37AD382-BE3D-447E-B660-11136C463531}" type="presOf" srcId="{D91E986A-0FEC-43F8-A029-29CD0DBF5083}" destId="{4BF3E14E-2DDD-45CF-BAA3-2B56735B342E}" srcOrd="0" destOrd="0" presId="urn:microsoft.com/office/officeart/2005/8/layout/radial3"/>
    <dgm:cxn modelId="{DF06B1BF-76A7-4C01-9B96-C5DD5AD25F6A}" srcId="{E87B5F7F-95E4-47B3-8263-088B68437483}" destId="{C90C149E-28D5-47ED-AF5E-1247BBFE1CFC}" srcOrd="0" destOrd="0" parTransId="{554221C4-BF30-454F-BE63-AFE30AA8B8DB}" sibTransId="{156FE649-97DE-49D7-8B29-65BF646532E5}"/>
    <dgm:cxn modelId="{FB3063B2-D2A0-4CDE-A24D-7C13F3EB0E56}" type="presOf" srcId="{C90C149E-28D5-47ED-AF5E-1247BBFE1CFC}" destId="{26668E54-8ED1-458A-B2C2-9AE5F1948D55}" srcOrd="0" destOrd="0" presId="urn:microsoft.com/office/officeart/2005/8/layout/radial3"/>
    <dgm:cxn modelId="{92860639-D4B8-4CB3-B0C9-C5ED9F000644}" type="presOf" srcId="{DD6DDC85-7CBB-4FC1-BDB5-C28949B1CAD0}" destId="{D9140C18-070C-4890-B7B6-72E59E3CCB0C}" srcOrd="0" destOrd="0" presId="urn:microsoft.com/office/officeart/2005/8/layout/radial3"/>
    <dgm:cxn modelId="{9A2A7AFA-8430-4BB9-B8D5-82F56AF5E57D}" srcId="{C90C149E-28D5-47ED-AF5E-1247BBFE1CFC}" destId="{D91E986A-0FEC-43F8-A029-29CD0DBF5083}" srcOrd="2" destOrd="0" parTransId="{B1C63846-7577-4814-BF2E-389B6127EEEA}" sibTransId="{88372B49-F868-44E0-907F-F68AF8D181D5}"/>
    <dgm:cxn modelId="{F09E5A6F-7984-4A7A-85B9-187A96AC4154}" type="presOf" srcId="{E87B5F7F-95E4-47B3-8263-088B68437483}" destId="{02AEC33C-BAB1-4CC5-BD03-F536CC0CFA8A}" srcOrd="0" destOrd="0" presId="urn:microsoft.com/office/officeart/2005/8/layout/radial3"/>
    <dgm:cxn modelId="{AF794E94-BD0A-4A5A-B44A-5C02F9C5C036}" type="presOf" srcId="{548A0A5D-A7C9-4AAA-A257-759FF50B6364}" destId="{ADC06912-6215-4AF6-8DFA-04ADB68EB1CA}" srcOrd="0" destOrd="0" presId="urn:microsoft.com/office/officeart/2005/8/layout/radial3"/>
    <dgm:cxn modelId="{812ECD80-4024-4177-958D-68CE0F613027}" srcId="{C90C149E-28D5-47ED-AF5E-1247BBFE1CFC}" destId="{548A0A5D-A7C9-4AAA-A257-759FF50B6364}" srcOrd="1" destOrd="0" parTransId="{0CCB145C-8B6D-4B5A-9528-42CAF4EA989F}" sibTransId="{407C6E56-A8AB-4CA5-8F81-7EE5EDD32482}"/>
    <dgm:cxn modelId="{6147FC29-4B1A-4582-8EBE-9CB4DD15A1ED}" srcId="{C90C149E-28D5-47ED-AF5E-1247BBFE1CFC}" destId="{7DA06C1B-88A5-4D85-BA21-5C9347BBF967}" srcOrd="0" destOrd="0" parTransId="{CDE2CC69-A4B6-41A1-A89E-25860C436E09}" sibTransId="{D5432C01-3DFD-4C52-A258-94314E6ACAF4}"/>
    <dgm:cxn modelId="{1B48E1F1-F9D9-4DA4-A6BF-20377ED49817}" srcId="{C90C149E-28D5-47ED-AF5E-1247BBFE1CFC}" destId="{A5033083-9C32-49E0-A208-B85BDF08ACE4}" srcOrd="3" destOrd="0" parTransId="{DA84CFB7-B050-4925-B377-943188F44280}" sibTransId="{56DB9897-A98A-4563-A9DA-E6D108E7E090}"/>
    <dgm:cxn modelId="{75EAE291-0615-4FC0-8C7D-93D615D16EC5}" type="presOf" srcId="{A5033083-9C32-49E0-A208-B85BDF08ACE4}" destId="{7660AE70-0C71-43B5-A585-516385D5BCB4}" srcOrd="0" destOrd="0" presId="urn:microsoft.com/office/officeart/2005/8/layout/radial3"/>
    <dgm:cxn modelId="{73B312EE-B1AB-41AE-8342-055725B2E0E9}" type="presOf" srcId="{7DA06C1B-88A5-4D85-BA21-5C9347BBF967}" destId="{E03B33E2-1519-4F10-A298-24736C54216B}" srcOrd="0" destOrd="0" presId="urn:microsoft.com/office/officeart/2005/8/layout/radial3"/>
    <dgm:cxn modelId="{D2D720D8-B2B0-4CDC-B7A6-236E0664AAA5}" type="presParOf" srcId="{02AEC33C-BAB1-4CC5-BD03-F536CC0CFA8A}" destId="{A554D9CC-6B24-4C95-B2AF-9C906102B0FB}" srcOrd="0" destOrd="0" presId="urn:microsoft.com/office/officeart/2005/8/layout/radial3"/>
    <dgm:cxn modelId="{C4B3CEE0-6C25-4554-BA3A-B17450EDD566}" type="presParOf" srcId="{A554D9CC-6B24-4C95-B2AF-9C906102B0FB}" destId="{26668E54-8ED1-458A-B2C2-9AE5F1948D55}" srcOrd="0" destOrd="0" presId="urn:microsoft.com/office/officeart/2005/8/layout/radial3"/>
    <dgm:cxn modelId="{EAED440C-5EE0-41B0-B303-04D8B03B9D25}" type="presParOf" srcId="{A554D9CC-6B24-4C95-B2AF-9C906102B0FB}" destId="{E03B33E2-1519-4F10-A298-24736C54216B}" srcOrd="1" destOrd="0" presId="urn:microsoft.com/office/officeart/2005/8/layout/radial3"/>
    <dgm:cxn modelId="{F50C4488-6943-4BAB-8FD5-6FF710862490}" type="presParOf" srcId="{A554D9CC-6B24-4C95-B2AF-9C906102B0FB}" destId="{ADC06912-6215-4AF6-8DFA-04ADB68EB1CA}" srcOrd="2" destOrd="0" presId="urn:microsoft.com/office/officeart/2005/8/layout/radial3"/>
    <dgm:cxn modelId="{5A062A1B-D70C-49C7-B46D-4193D38E7922}" type="presParOf" srcId="{A554D9CC-6B24-4C95-B2AF-9C906102B0FB}" destId="{4BF3E14E-2DDD-45CF-BAA3-2B56735B342E}" srcOrd="3" destOrd="0" presId="urn:microsoft.com/office/officeart/2005/8/layout/radial3"/>
    <dgm:cxn modelId="{8296FAF2-4F05-4AF6-937A-99B28AAC806F}" type="presParOf" srcId="{A554D9CC-6B24-4C95-B2AF-9C906102B0FB}" destId="{7660AE70-0C71-43B5-A585-516385D5BCB4}" srcOrd="4" destOrd="0" presId="urn:microsoft.com/office/officeart/2005/8/layout/radial3"/>
    <dgm:cxn modelId="{783C463E-A2D4-4A1F-86A0-9A74A9506089}" type="presParOf" srcId="{A554D9CC-6B24-4C95-B2AF-9C906102B0FB}" destId="{D9140C18-070C-4890-B7B6-72E59E3CCB0C}" srcOrd="5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0C62F09-5D2F-4E18-9C29-6E4FED72E04A}" type="doc">
      <dgm:prSet loTypeId="urn:microsoft.com/office/officeart/2005/8/layout/vList5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D77F52F-5321-45EE-A180-9B9A9ABE3532}">
      <dgm:prSet phldrT="[Text]"/>
      <dgm:spPr/>
      <dgm:t>
        <a:bodyPr/>
        <a:lstStyle/>
        <a:p>
          <a:r>
            <a:rPr lang="ro-RO" dirty="0" smtClean="0"/>
            <a:t>Hipovolemic</a:t>
          </a:r>
          <a:endParaRPr lang="en-US" dirty="0"/>
        </a:p>
      </dgm:t>
    </dgm:pt>
    <dgm:pt modelId="{6C2D8CE0-6E71-401A-94FE-0D5BE5EED14E}" type="parTrans" cxnId="{60CA38A1-DC6E-4089-81D0-90B0AC7513B5}">
      <dgm:prSet/>
      <dgm:spPr/>
      <dgm:t>
        <a:bodyPr/>
        <a:lstStyle/>
        <a:p>
          <a:endParaRPr lang="en-US"/>
        </a:p>
      </dgm:t>
    </dgm:pt>
    <dgm:pt modelId="{99A286D9-7BD3-42A7-B52D-9EBE67762DEE}" type="sibTrans" cxnId="{60CA38A1-DC6E-4089-81D0-90B0AC7513B5}">
      <dgm:prSet/>
      <dgm:spPr/>
      <dgm:t>
        <a:bodyPr/>
        <a:lstStyle/>
        <a:p>
          <a:endParaRPr lang="en-US"/>
        </a:p>
      </dgm:t>
    </dgm:pt>
    <dgm:pt modelId="{C05C5FFC-9975-4A53-8F0E-BAF55D99A22A}">
      <dgm:prSet phldrT="[Text]"/>
      <dgm:spPr/>
      <dgm:t>
        <a:bodyPr/>
        <a:lstStyle/>
        <a:p>
          <a:r>
            <a:rPr lang="ro-RO" dirty="0" smtClean="0"/>
            <a:t>Pirederi extravasculare/intravasculare </a:t>
          </a:r>
          <a:r>
            <a:rPr lang="ro-RO" dirty="0" smtClean="0">
              <a:latin typeface="Calibri"/>
              <a:cs typeface="Calibri"/>
            </a:rPr>
            <a:t>→ ↓ presarcinii </a:t>
          </a:r>
          <a:r>
            <a:rPr lang="ro-RO" dirty="0" smtClean="0">
              <a:latin typeface="Calibri"/>
              <a:cs typeface="Calibri"/>
            </a:rPr>
            <a:t>→ ↓ debit cardiac</a:t>
          </a:r>
          <a:endParaRPr lang="en-US" dirty="0"/>
        </a:p>
      </dgm:t>
    </dgm:pt>
    <dgm:pt modelId="{87B30545-14F0-48C8-8E35-ABC46B9E64B6}" type="parTrans" cxnId="{3F1C0066-E922-42AC-B72A-1A6F917A0C3B}">
      <dgm:prSet/>
      <dgm:spPr/>
      <dgm:t>
        <a:bodyPr/>
        <a:lstStyle/>
        <a:p>
          <a:endParaRPr lang="en-US"/>
        </a:p>
      </dgm:t>
    </dgm:pt>
    <dgm:pt modelId="{33773C3D-55F9-4292-B54B-80E5608A00FF}" type="sibTrans" cxnId="{3F1C0066-E922-42AC-B72A-1A6F917A0C3B}">
      <dgm:prSet/>
      <dgm:spPr/>
      <dgm:t>
        <a:bodyPr/>
        <a:lstStyle/>
        <a:p>
          <a:endParaRPr lang="en-US"/>
        </a:p>
      </dgm:t>
    </dgm:pt>
    <dgm:pt modelId="{5804CE41-7AC0-49BC-AABF-C04678EA34E6}">
      <dgm:prSet phldrT="[Text]"/>
      <dgm:spPr/>
      <dgm:t>
        <a:bodyPr/>
        <a:lstStyle/>
        <a:p>
          <a:r>
            <a:rPr lang="ro-RO" dirty="0" smtClean="0"/>
            <a:t>Distributiv</a:t>
          </a:r>
        </a:p>
        <a:p>
          <a:r>
            <a:rPr lang="ro-RO" dirty="0" smtClean="0"/>
            <a:t>(vasodilatativ)</a:t>
          </a:r>
          <a:endParaRPr lang="en-US" dirty="0"/>
        </a:p>
      </dgm:t>
    </dgm:pt>
    <dgm:pt modelId="{03B6D8AC-FDF9-400E-857A-89A30EB43B95}" type="parTrans" cxnId="{85411162-3633-4138-AF0D-3E585D247732}">
      <dgm:prSet/>
      <dgm:spPr/>
      <dgm:t>
        <a:bodyPr/>
        <a:lstStyle/>
        <a:p>
          <a:endParaRPr lang="en-US"/>
        </a:p>
      </dgm:t>
    </dgm:pt>
    <dgm:pt modelId="{EA248244-9AC5-4962-8D3C-A4B45B9ED71E}" type="sibTrans" cxnId="{85411162-3633-4138-AF0D-3E585D247732}">
      <dgm:prSet/>
      <dgm:spPr/>
      <dgm:t>
        <a:bodyPr/>
        <a:lstStyle/>
        <a:p>
          <a:endParaRPr lang="en-US"/>
        </a:p>
      </dgm:t>
    </dgm:pt>
    <dgm:pt modelId="{CF9BEE04-5B2E-4DE5-A7E8-9A5D101257B9}">
      <dgm:prSet phldrT="[Text]"/>
      <dgm:spPr/>
      <dgm:t>
        <a:bodyPr/>
        <a:lstStyle/>
        <a:p>
          <a:r>
            <a:rPr lang="ro-RO" dirty="0" smtClean="0">
              <a:latin typeface="Calibri"/>
              <a:cs typeface="Calibri"/>
            </a:rPr>
            <a:t>↓ rezistenței vasculare sistemice → ↓ presarcinii → debit cardiac N/↑</a:t>
          </a:r>
          <a:endParaRPr lang="en-US" dirty="0"/>
        </a:p>
      </dgm:t>
    </dgm:pt>
    <dgm:pt modelId="{F6AED607-669B-4965-A33A-F6E8EBCC1676}" type="parTrans" cxnId="{A9FD7987-349A-4792-82AA-464DF787F2C4}">
      <dgm:prSet/>
      <dgm:spPr/>
      <dgm:t>
        <a:bodyPr/>
        <a:lstStyle/>
        <a:p>
          <a:endParaRPr lang="en-US"/>
        </a:p>
      </dgm:t>
    </dgm:pt>
    <dgm:pt modelId="{184E2682-ABB7-474B-9498-BF120092C559}" type="sibTrans" cxnId="{A9FD7987-349A-4792-82AA-464DF787F2C4}">
      <dgm:prSet/>
      <dgm:spPr/>
      <dgm:t>
        <a:bodyPr/>
        <a:lstStyle/>
        <a:p>
          <a:endParaRPr lang="en-US"/>
        </a:p>
      </dgm:t>
    </dgm:pt>
    <dgm:pt modelId="{35D2304C-C42A-4AF2-9FD5-6D5517261676}">
      <dgm:prSet phldrT="[Text]"/>
      <dgm:spPr/>
      <dgm:t>
        <a:bodyPr/>
        <a:lstStyle/>
        <a:p>
          <a:r>
            <a:rPr lang="ro-RO" dirty="0" smtClean="0"/>
            <a:t>Obstructiv</a:t>
          </a:r>
          <a:endParaRPr lang="en-US" dirty="0"/>
        </a:p>
      </dgm:t>
    </dgm:pt>
    <dgm:pt modelId="{11B62672-230B-456F-946F-3510F89F3380}" type="parTrans" cxnId="{B5D4042E-647F-4DE5-9D77-1E364CB85FF5}">
      <dgm:prSet/>
      <dgm:spPr/>
      <dgm:t>
        <a:bodyPr/>
        <a:lstStyle/>
        <a:p>
          <a:endParaRPr lang="en-US"/>
        </a:p>
      </dgm:t>
    </dgm:pt>
    <dgm:pt modelId="{EEACB98D-3839-4CAA-888B-BCCA615AAFE1}" type="sibTrans" cxnId="{B5D4042E-647F-4DE5-9D77-1E364CB85FF5}">
      <dgm:prSet/>
      <dgm:spPr/>
      <dgm:t>
        <a:bodyPr/>
        <a:lstStyle/>
        <a:p>
          <a:endParaRPr lang="en-US"/>
        </a:p>
      </dgm:t>
    </dgm:pt>
    <dgm:pt modelId="{0A2B1E01-CBB5-4BAC-9660-BCB1833F9C4C}">
      <dgm:prSet phldrT="[Text]"/>
      <dgm:spPr/>
      <dgm:t>
        <a:bodyPr/>
        <a:lstStyle/>
        <a:p>
          <a:r>
            <a:rPr lang="ro-RO" dirty="0" smtClean="0"/>
            <a:t>Disociativ</a:t>
          </a:r>
          <a:endParaRPr lang="en-US" dirty="0"/>
        </a:p>
      </dgm:t>
    </dgm:pt>
    <dgm:pt modelId="{F9F5AC1B-D1A4-438F-88FB-74B9BFACEC14}" type="parTrans" cxnId="{796E67B3-A730-4871-BA6D-C80DBB2CD2A0}">
      <dgm:prSet/>
      <dgm:spPr/>
      <dgm:t>
        <a:bodyPr/>
        <a:lstStyle/>
        <a:p>
          <a:endParaRPr lang="en-US"/>
        </a:p>
      </dgm:t>
    </dgm:pt>
    <dgm:pt modelId="{8018488F-DEE2-45FF-A7F2-6563539B2FE1}" type="sibTrans" cxnId="{796E67B3-A730-4871-BA6D-C80DBB2CD2A0}">
      <dgm:prSet/>
      <dgm:spPr/>
      <dgm:t>
        <a:bodyPr/>
        <a:lstStyle/>
        <a:p>
          <a:endParaRPr lang="en-US"/>
        </a:p>
      </dgm:t>
    </dgm:pt>
    <dgm:pt modelId="{953E1F63-51B6-46F8-A084-CF2C01EA38A5}">
      <dgm:prSet phldrT="[Text]"/>
      <dgm:spPr/>
      <dgm:t>
        <a:bodyPr/>
        <a:lstStyle/>
        <a:p>
          <a:r>
            <a:rPr lang="ro-RO" dirty="0" smtClean="0"/>
            <a:t>Obstruarea fluxului sangvin </a:t>
          </a:r>
          <a:r>
            <a:rPr lang="ro-RO" dirty="0" smtClean="0">
              <a:latin typeface="Calibri"/>
              <a:cs typeface="Calibri"/>
            </a:rPr>
            <a:t>→ ↓ debit cardiac</a:t>
          </a:r>
          <a:r>
            <a:rPr lang="ro-RO" dirty="0" smtClean="0"/>
            <a:t> </a:t>
          </a:r>
          <a:endParaRPr lang="en-US" dirty="0"/>
        </a:p>
      </dgm:t>
    </dgm:pt>
    <dgm:pt modelId="{559761F4-7C38-402D-9A46-C87E88CE2BCD}" type="parTrans" cxnId="{0C6022F9-D568-40C1-8D0B-B892949684D4}">
      <dgm:prSet/>
      <dgm:spPr/>
      <dgm:t>
        <a:bodyPr/>
        <a:lstStyle/>
        <a:p>
          <a:endParaRPr lang="en-US"/>
        </a:p>
      </dgm:t>
    </dgm:pt>
    <dgm:pt modelId="{91188586-0278-4A9A-90CE-F81EE26A6325}" type="sibTrans" cxnId="{0C6022F9-D568-40C1-8D0B-B892949684D4}">
      <dgm:prSet/>
      <dgm:spPr/>
      <dgm:t>
        <a:bodyPr/>
        <a:lstStyle/>
        <a:p>
          <a:endParaRPr lang="en-US"/>
        </a:p>
      </dgm:t>
    </dgm:pt>
    <dgm:pt modelId="{0D912A00-9317-4E02-B2F2-C6F97BDEE049}">
      <dgm:prSet phldrT="[Text]"/>
      <dgm:spPr/>
      <dgm:t>
        <a:bodyPr/>
        <a:lstStyle/>
        <a:p>
          <a:r>
            <a:rPr lang="ro-RO" dirty="0" smtClean="0"/>
            <a:t>Incapacitatea Hb de a elibera O2 către țesuturi</a:t>
          </a:r>
          <a:endParaRPr lang="en-US" dirty="0"/>
        </a:p>
      </dgm:t>
    </dgm:pt>
    <dgm:pt modelId="{0243EE60-BBAD-45C2-9713-F45A50EA33F6}" type="parTrans" cxnId="{8C4DAD01-56F9-4AB4-BC99-196D7E660840}">
      <dgm:prSet/>
      <dgm:spPr/>
      <dgm:t>
        <a:bodyPr/>
        <a:lstStyle/>
        <a:p>
          <a:endParaRPr lang="en-US"/>
        </a:p>
      </dgm:t>
    </dgm:pt>
    <dgm:pt modelId="{8EDAF0C7-7812-4E16-B7F7-8FA12061BAD4}" type="sibTrans" cxnId="{8C4DAD01-56F9-4AB4-BC99-196D7E660840}">
      <dgm:prSet/>
      <dgm:spPr/>
      <dgm:t>
        <a:bodyPr/>
        <a:lstStyle/>
        <a:p>
          <a:endParaRPr lang="en-US"/>
        </a:p>
      </dgm:t>
    </dgm:pt>
    <dgm:pt modelId="{E5102DB9-0832-4C88-99EE-9CEC32DE5E4E}">
      <dgm:prSet phldrT="[Text]"/>
      <dgm:spPr/>
      <dgm:t>
        <a:bodyPr/>
        <a:lstStyle/>
        <a:p>
          <a:r>
            <a:rPr lang="ro-RO" dirty="0" smtClean="0"/>
            <a:t>Cardiogen</a:t>
          </a:r>
          <a:endParaRPr lang="en-US" dirty="0"/>
        </a:p>
      </dgm:t>
    </dgm:pt>
    <dgm:pt modelId="{39AE90DE-EB91-4BD1-9670-7CDAC275DCB4}" type="parTrans" cxnId="{C687967F-FE49-4C32-91A8-B58801382E3B}">
      <dgm:prSet/>
      <dgm:spPr/>
    </dgm:pt>
    <dgm:pt modelId="{63953E05-E579-4C4A-B109-4B3E2ABF633E}" type="sibTrans" cxnId="{C687967F-FE49-4C32-91A8-B58801382E3B}">
      <dgm:prSet/>
      <dgm:spPr/>
    </dgm:pt>
    <dgm:pt modelId="{EF64ACA0-15D6-47B0-81EB-3E7AFDF21ED0}">
      <dgm:prSet phldrT="[Text]"/>
      <dgm:spPr/>
      <dgm:t>
        <a:bodyPr/>
        <a:lstStyle/>
        <a:p>
          <a:r>
            <a:rPr lang="ro-RO" dirty="0" smtClean="0"/>
            <a:t>Alterarea funcției de pompă </a:t>
          </a:r>
          <a:r>
            <a:rPr lang="ro-RO" dirty="0" smtClean="0">
              <a:latin typeface="Calibri"/>
              <a:cs typeface="Calibri"/>
            </a:rPr>
            <a:t>→ ↓ debit cardiac</a:t>
          </a:r>
          <a:r>
            <a:rPr lang="ro-RO" dirty="0" smtClean="0"/>
            <a:t> </a:t>
          </a:r>
          <a:endParaRPr lang="en-US" dirty="0"/>
        </a:p>
      </dgm:t>
    </dgm:pt>
    <dgm:pt modelId="{85D88A8D-C6E1-4C35-90DB-06C91B40DD6C}" type="parTrans" cxnId="{24350F9B-3F92-497F-89F7-3A716882C544}">
      <dgm:prSet/>
      <dgm:spPr/>
    </dgm:pt>
    <dgm:pt modelId="{0F4559AC-D7A7-46BE-B763-2DCC0822AA44}" type="sibTrans" cxnId="{24350F9B-3F92-497F-89F7-3A716882C544}">
      <dgm:prSet/>
      <dgm:spPr/>
    </dgm:pt>
    <dgm:pt modelId="{31AF19BC-727F-4605-99A2-566D04F17B1B}" type="pres">
      <dgm:prSet presAssocID="{70C62F09-5D2F-4E18-9C29-6E4FED72E04A}" presName="Name0" presStyleCnt="0">
        <dgm:presLayoutVars>
          <dgm:dir/>
          <dgm:animLvl val="lvl"/>
          <dgm:resizeHandles val="exact"/>
        </dgm:presLayoutVars>
      </dgm:prSet>
      <dgm:spPr/>
    </dgm:pt>
    <dgm:pt modelId="{B54BFFA0-A23F-449F-AD52-9C550454CBAE}" type="pres">
      <dgm:prSet presAssocID="{0D77F52F-5321-45EE-A180-9B9A9ABE3532}" presName="linNode" presStyleCnt="0"/>
      <dgm:spPr/>
    </dgm:pt>
    <dgm:pt modelId="{09B63A15-E116-435D-9249-E6005F2CFE0F}" type="pres">
      <dgm:prSet presAssocID="{0D77F52F-5321-45EE-A180-9B9A9ABE3532}" presName="parentText" presStyleLbl="node1" presStyleIdx="0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513EF4-749D-4A64-9A08-F5A30C1B99D6}" type="pres">
      <dgm:prSet presAssocID="{0D77F52F-5321-45EE-A180-9B9A9ABE3532}" presName="descendantText" presStyleLbl="alignAccFollow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4607C4-A515-4C05-8CEE-20CC31C53D87}" type="pres">
      <dgm:prSet presAssocID="{99A286D9-7BD3-42A7-B52D-9EBE67762DEE}" presName="sp" presStyleCnt="0"/>
      <dgm:spPr/>
    </dgm:pt>
    <dgm:pt modelId="{09C994C4-F336-4C04-8C0F-61F0982DF27D}" type="pres">
      <dgm:prSet presAssocID="{5804CE41-7AC0-49BC-AABF-C04678EA34E6}" presName="linNode" presStyleCnt="0"/>
      <dgm:spPr/>
    </dgm:pt>
    <dgm:pt modelId="{D338F128-BB7C-4341-9572-1B645FDF322E}" type="pres">
      <dgm:prSet presAssocID="{5804CE41-7AC0-49BC-AABF-C04678EA34E6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0F0DE721-C2D3-4C08-BEC1-3E7E3EEFD22A}" type="pres">
      <dgm:prSet presAssocID="{5804CE41-7AC0-49BC-AABF-C04678EA34E6}" presName="descendantText" presStyleLbl="alignAccFollow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4E0191D-41BD-4FBF-A5E8-2847D188F5E5}" type="pres">
      <dgm:prSet presAssocID="{EA248244-9AC5-4962-8D3C-A4B45B9ED71E}" presName="sp" presStyleCnt="0"/>
      <dgm:spPr/>
    </dgm:pt>
    <dgm:pt modelId="{A5329423-222F-4F86-B539-CD271A1FA056}" type="pres">
      <dgm:prSet presAssocID="{E5102DB9-0832-4C88-99EE-9CEC32DE5E4E}" presName="linNode" presStyleCnt="0"/>
      <dgm:spPr/>
    </dgm:pt>
    <dgm:pt modelId="{BB31BD2B-9D8B-4083-BADF-9965FCB31536}" type="pres">
      <dgm:prSet presAssocID="{E5102DB9-0832-4C88-99EE-9CEC32DE5E4E}" presName="parentText" presStyleLbl="node1" presStyleIdx="2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D751130-9623-43F8-86AF-60256501816D}" type="pres">
      <dgm:prSet presAssocID="{E5102DB9-0832-4C88-99EE-9CEC32DE5E4E}" presName="descendantText" presStyleLbl="alignAccFollow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1F3B2FE-BD18-4B3E-BAF0-639163FBE62F}" type="pres">
      <dgm:prSet presAssocID="{63953E05-E579-4C4A-B109-4B3E2ABF633E}" presName="sp" presStyleCnt="0"/>
      <dgm:spPr/>
    </dgm:pt>
    <dgm:pt modelId="{0B5F1E84-95E5-4F48-ACA0-21FCA075684A}" type="pres">
      <dgm:prSet presAssocID="{35D2304C-C42A-4AF2-9FD5-6D5517261676}" presName="linNode" presStyleCnt="0"/>
      <dgm:spPr/>
    </dgm:pt>
    <dgm:pt modelId="{F82DA218-1302-481D-8219-5E00AAD00E24}" type="pres">
      <dgm:prSet presAssocID="{35D2304C-C42A-4AF2-9FD5-6D5517261676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77D0D773-C3C1-421F-8177-169526DADFA1}" type="pres">
      <dgm:prSet presAssocID="{35D2304C-C42A-4AF2-9FD5-6D5517261676}" presName="descendantText" presStyleLbl="alignAccFollow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7C521C0-33C0-4635-94C7-26CE711201FB}" type="pres">
      <dgm:prSet presAssocID="{EEACB98D-3839-4CAA-888B-BCCA615AAFE1}" presName="sp" presStyleCnt="0"/>
      <dgm:spPr/>
    </dgm:pt>
    <dgm:pt modelId="{41D98138-2310-46C5-AAA9-98BA80FEB578}" type="pres">
      <dgm:prSet presAssocID="{0A2B1E01-CBB5-4BAC-9660-BCB1833F9C4C}" presName="linNode" presStyleCnt="0"/>
      <dgm:spPr/>
    </dgm:pt>
    <dgm:pt modelId="{673F87A9-3E37-4696-B595-14C5737B3DCA}" type="pres">
      <dgm:prSet presAssocID="{0A2B1E01-CBB5-4BAC-9660-BCB1833F9C4C}" presName="parentText" presStyleLbl="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A6B78CA-25CE-4CFF-9E91-D680FDD3E9C5}" type="pres">
      <dgm:prSet presAssocID="{0A2B1E01-CBB5-4BAC-9660-BCB1833F9C4C}" presName="descendantText" presStyleLbl="alignAccFollow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9F6DAE7-3424-44EF-8FCC-2E74C62FCE2C}" type="presOf" srcId="{0D912A00-9317-4E02-B2F2-C6F97BDEE049}" destId="{DA6B78CA-25CE-4CFF-9E91-D680FDD3E9C5}" srcOrd="0" destOrd="0" presId="urn:microsoft.com/office/officeart/2005/8/layout/vList5"/>
    <dgm:cxn modelId="{DC9F1F83-839D-4F3E-B7DA-5781BA0C5AC5}" type="presOf" srcId="{CF9BEE04-5B2E-4DE5-A7E8-9A5D101257B9}" destId="{0F0DE721-C2D3-4C08-BEC1-3E7E3EEFD22A}" srcOrd="0" destOrd="0" presId="urn:microsoft.com/office/officeart/2005/8/layout/vList5"/>
    <dgm:cxn modelId="{3A15AE65-004E-4A12-81D3-424DA5EAA10F}" type="presOf" srcId="{5804CE41-7AC0-49BC-AABF-C04678EA34E6}" destId="{D338F128-BB7C-4341-9572-1B645FDF322E}" srcOrd="0" destOrd="0" presId="urn:microsoft.com/office/officeart/2005/8/layout/vList5"/>
    <dgm:cxn modelId="{85411162-3633-4138-AF0D-3E585D247732}" srcId="{70C62F09-5D2F-4E18-9C29-6E4FED72E04A}" destId="{5804CE41-7AC0-49BC-AABF-C04678EA34E6}" srcOrd="1" destOrd="0" parTransId="{03B6D8AC-FDF9-400E-857A-89A30EB43B95}" sibTransId="{EA248244-9AC5-4962-8D3C-A4B45B9ED71E}"/>
    <dgm:cxn modelId="{3F1C0066-E922-42AC-B72A-1A6F917A0C3B}" srcId="{0D77F52F-5321-45EE-A180-9B9A9ABE3532}" destId="{C05C5FFC-9975-4A53-8F0E-BAF55D99A22A}" srcOrd="0" destOrd="0" parTransId="{87B30545-14F0-48C8-8E35-ABC46B9E64B6}" sibTransId="{33773C3D-55F9-4292-B54B-80E5608A00FF}"/>
    <dgm:cxn modelId="{C687967F-FE49-4C32-91A8-B58801382E3B}" srcId="{70C62F09-5D2F-4E18-9C29-6E4FED72E04A}" destId="{E5102DB9-0832-4C88-99EE-9CEC32DE5E4E}" srcOrd="2" destOrd="0" parTransId="{39AE90DE-EB91-4BD1-9670-7CDAC275DCB4}" sibTransId="{63953E05-E579-4C4A-B109-4B3E2ABF633E}"/>
    <dgm:cxn modelId="{60CA38A1-DC6E-4089-81D0-90B0AC7513B5}" srcId="{70C62F09-5D2F-4E18-9C29-6E4FED72E04A}" destId="{0D77F52F-5321-45EE-A180-9B9A9ABE3532}" srcOrd="0" destOrd="0" parTransId="{6C2D8CE0-6E71-401A-94FE-0D5BE5EED14E}" sibTransId="{99A286D9-7BD3-42A7-B52D-9EBE67762DEE}"/>
    <dgm:cxn modelId="{2067EE74-9515-4B66-A15A-B9B0757D4437}" type="presOf" srcId="{0A2B1E01-CBB5-4BAC-9660-BCB1833F9C4C}" destId="{673F87A9-3E37-4696-B595-14C5737B3DCA}" srcOrd="0" destOrd="0" presId="urn:microsoft.com/office/officeart/2005/8/layout/vList5"/>
    <dgm:cxn modelId="{796E67B3-A730-4871-BA6D-C80DBB2CD2A0}" srcId="{70C62F09-5D2F-4E18-9C29-6E4FED72E04A}" destId="{0A2B1E01-CBB5-4BAC-9660-BCB1833F9C4C}" srcOrd="4" destOrd="0" parTransId="{F9F5AC1B-D1A4-438F-88FB-74B9BFACEC14}" sibTransId="{8018488F-DEE2-45FF-A7F2-6563539B2FE1}"/>
    <dgm:cxn modelId="{0DB121EB-A236-4CDF-B735-DA9AF9F3DE58}" type="presOf" srcId="{C05C5FFC-9975-4A53-8F0E-BAF55D99A22A}" destId="{5C513EF4-749D-4A64-9A08-F5A30C1B99D6}" srcOrd="0" destOrd="0" presId="urn:microsoft.com/office/officeart/2005/8/layout/vList5"/>
    <dgm:cxn modelId="{8C4DAD01-56F9-4AB4-BC99-196D7E660840}" srcId="{0A2B1E01-CBB5-4BAC-9660-BCB1833F9C4C}" destId="{0D912A00-9317-4E02-B2F2-C6F97BDEE049}" srcOrd="0" destOrd="0" parTransId="{0243EE60-BBAD-45C2-9713-F45A50EA33F6}" sibTransId="{8EDAF0C7-7812-4E16-B7F7-8FA12061BAD4}"/>
    <dgm:cxn modelId="{B1AFD32D-2AF6-43C4-A348-5617A2B7FBD3}" type="presOf" srcId="{70C62F09-5D2F-4E18-9C29-6E4FED72E04A}" destId="{31AF19BC-727F-4605-99A2-566D04F17B1B}" srcOrd="0" destOrd="0" presId="urn:microsoft.com/office/officeart/2005/8/layout/vList5"/>
    <dgm:cxn modelId="{D2B4BE0E-07F7-4CED-B047-14101A4F6856}" type="presOf" srcId="{953E1F63-51B6-46F8-A084-CF2C01EA38A5}" destId="{77D0D773-C3C1-421F-8177-169526DADFA1}" srcOrd="0" destOrd="0" presId="urn:microsoft.com/office/officeart/2005/8/layout/vList5"/>
    <dgm:cxn modelId="{9354DEF4-382C-450C-BEAA-87A2344E2CC3}" type="presOf" srcId="{EF64ACA0-15D6-47B0-81EB-3E7AFDF21ED0}" destId="{6D751130-9623-43F8-86AF-60256501816D}" srcOrd="0" destOrd="0" presId="urn:microsoft.com/office/officeart/2005/8/layout/vList5"/>
    <dgm:cxn modelId="{BD7E1872-F9EF-4157-9B50-EC039C52A4B0}" type="presOf" srcId="{E5102DB9-0832-4C88-99EE-9CEC32DE5E4E}" destId="{BB31BD2B-9D8B-4083-BADF-9965FCB31536}" srcOrd="0" destOrd="0" presId="urn:microsoft.com/office/officeart/2005/8/layout/vList5"/>
    <dgm:cxn modelId="{B5D4042E-647F-4DE5-9D77-1E364CB85FF5}" srcId="{70C62F09-5D2F-4E18-9C29-6E4FED72E04A}" destId="{35D2304C-C42A-4AF2-9FD5-6D5517261676}" srcOrd="3" destOrd="0" parTransId="{11B62672-230B-456F-946F-3510F89F3380}" sibTransId="{EEACB98D-3839-4CAA-888B-BCCA615AAFE1}"/>
    <dgm:cxn modelId="{1BF5CE34-CCAC-488A-9E24-2D7625412590}" type="presOf" srcId="{35D2304C-C42A-4AF2-9FD5-6D5517261676}" destId="{F82DA218-1302-481D-8219-5E00AAD00E24}" srcOrd="0" destOrd="0" presId="urn:microsoft.com/office/officeart/2005/8/layout/vList5"/>
    <dgm:cxn modelId="{24350F9B-3F92-497F-89F7-3A716882C544}" srcId="{E5102DB9-0832-4C88-99EE-9CEC32DE5E4E}" destId="{EF64ACA0-15D6-47B0-81EB-3E7AFDF21ED0}" srcOrd="0" destOrd="0" parTransId="{85D88A8D-C6E1-4C35-90DB-06C91B40DD6C}" sibTransId="{0F4559AC-D7A7-46BE-B763-2DCC0822AA44}"/>
    <dgm:cxn modelId="{A9FD7987-349A-4792-82AA-464DF787F2C4}" srcId="{5804CE41-7AC0-49BC-AABF-C04678EA34E6}" destId="{CF9BEE04-5B2E-4DE5-A7E8-9A5D101257B9}" srcOrd="0" destOrd="0" parTransId="{F6AED607-669B-4965-A33A-F6E8EBCC1676}" sibTransId="{184E2682-ABB7-474B-9498-BF120092C559}"/>
    <dgm:cxn modelId="{0C6022F9-D568-40C1-8D0B-B892949684D4}" srcId="{35D2304C-C42A-4AF2-9FD5-6D5517261676}" destId="{953E1F63-51B6-46F8-A084-CF2C01EA38A5}" srcOrd="0" destOrd="0" parTransId="{559761F4-7C38-402D-9A46-C87E88CE2BCD}" sibTransId="{91188586-0278-4A9A-90CE-F81EE26A6325}"/>
    <dgm:cxn modelId="{E2B9E420-CC9E-472A-9EBE-DB132EAF8E4A}" type="presOf" srcId="{0D77F52F-5321-45EE-A180-9B9A9ABE3532}" destId="{09B63A15-E116-435D-9249-E6005F2CFE0F}" srcOrd="0" destOrd="0" presId="urn:microsoft.com/office/officeart/2005/8/layout/vList5"/>
    <dgm:cxn modelId="{259D926A-2109-4D7C-9528-8E1AA5995AB7}" type="presParOf" srcId="{31AF19BC-727F-4605-99A2-566D04F17B1B}" destId="{B54BFFA0-A23F-449F-AD52-9C550454CBAE}" srcOrd="0" destOrd="0" presId="urn:microsoft.com/office/officeart/2005/8/layout/vList5"/>
    <dgm:cxn modelId="{C350D4CA-7775-40B7-9A34-05EA09FA1507}" type="presParOf" srcId="{B54BFFA0-A23F-449F-AD52-9C550454CBAE}" destId="{09B63A15-E116-435D-9249-E6005F2CFE0F}" srcOrd="0" destOrd="0" presId="urn:microsoft.com/office/officeart/2005/8/layout/vList5"/>
    <dgm:cxn modelId="{8BC7A206-9A78-4D8B-8A5A-2D028187A817}" type="presParOf" srcId="{B54BFFA0-A23F-449F-AD52-9C550454CBAE}" destId="{5C513EF4-749D-4A64-9A08-F5A30C1B99D6}" srcOrd="1" destOrd="0" presId="urn:microsoft.com/office/officeart/2005/8/layout/vList5"/>
    <dgm:cxn modelId="{92B3FAE8-38A0-4ABA-B810-FF81E826B624}" type="presParOf" srcId="{31AF19BC-727F-4605-99A2-566D04F17B1B}" destId="{C64607C4-A515-4C05-8CEE-20CC31C53D87}" srcOrd="1" destOrd="0" presId="urn:microsoft.com/office/officeart/2005/8/layout/vList5"/>
    <dgm:cxn modelId="{28A611EB-06B4-4C6E-9DA5-D43E6C741E40}" type="presParOf" srcId="{31AF19BC-727F-4605-99A2-566D04F17B1B}" destId="{09C994C4-F336-4C04-8C0F-61F0982DF27D}" srcOrd="2" destOrd="0" presId="urn:microsoft.com/office/officeart/2005/8/layout/vList5"/>
    <dgm:cxn modelId="{3D44119C-405E-4EB7-A217-3A69DE74C09D}" type="presParOf" srcId="{09C994C4-F336-4C04-8C0F-61F0982DF27D}" destId="{D338F128-BB7C-4341-9572-1B645FDF322E}" srcOrd="0" destOrd="0" presId="urn:microsoft.com/office/officeart/2005/8/layout/vList5"/>
    <dgm:cxn modelId="{CBAFB3BC-AA60-4E87-A22E-72CBA5E3D178}" type="presParOf" srcId="{09C994C4-F336-4C04-8C0F-61F0982DF27D}" destId="{0F0DE721-C2D3-4C08-BEC1-3E7E3EEFD22A}" srcOrd="1" destOrd="0" presId="urn:microsoft.com/office/officeart/2005/8/layout/vList5"/>
    <dgm:cxn modelId="{539DA9C6-A3CF-4F16-87F0-617F9C9D0FF9}" type="presParOf" srcId="{31AF19BC-727F-4605-99A2-566D04F17B1B}" destId="{74E0191D-41BD-4FBF-A5E8-2847D188F5E5}" srcOrd="3" destOrd="0" presId="urn:microsoft.com/office/officeart/2005/8/layout/vList5"/>
    <dgm:cxn modelId="{639B9374-8950-4620-B84C-A1BA12612FA0}" type="presParOf" srcId="{31AF19BC-727F-4605-99A2-566D04F17B1B}" destId="{A5329423-222F-4F86-B539-CD271A1FA056}" srcOrd="4" destOrd="0" presId="urn:microsoft.com/office/officeart/2005/8/layout/vList5"/>
    <dgm:cxn modelId="{5AECE284-7D7F-464F-A0CE-56C3B4EDE520}" type="presParOf" srcId="{A5329423-222F-4F86-B539-CD271A1FA056}" destId="{BB31BD2B-9D8B-4083-BADF-9965FCB31536}" srcOrd="0" destOrd="0" presId="urn:microsoft.com/office/officeart/2005/8/layout/vList5"/>
    <dgm:cxn modelId="{008ABEA2-4925-44BB-89B0-58F5472399EC}" type="presParOf" srcId="{A5329423-222F-4F86-B539-CD271A1FA056}" destId="{6D751130-9623-43F8-86AF-60256501816D}" srcOrd="1" destOrd="0" presId="urn:microsoft.com/office/officeart/2005/8/layout/vList5"/>
    <dgm:cxn modelId="{0F9E2B3C-6F46-4FDA-B643-22EA4801166D}" type="presParOf" srcId="{31AF19BC-727F-4605-99A2-566D04F17B1B}" destId="{71F3B2FE-BD18-4B3E-BAF0-639163FBE62F}" srcOrd="5" destOrd="0" presId="urn:microsoft.com/office/officeart/2005/8/layout/vList5"/>
    <dgm:cxn modelId="{19F87B0A-08BA-4323-A6AF-7D392C360B2B}" type="presParOf" srcId="{31AF19BC-727F-4605-99A2-566D04F17B1B}" destId="{0B5F1E84-95E5-4F48-ACA0-21FCA075684A}" srcOrd="6" destOrd="0" presId="urn:microsoft.com/office/officeart/2005/8/layout/vList5"/>
    <dgm:cxn modelId="{EE763063-E143-47CF-A640-CB424FD0EAE7}" type="presParOf" srcId="{0B5F1E84-95E5-4F48-ACA0-21FCA075684A}" destId="{F82DA218-1302-481D-8219-5E00AAD00E24}" srcOrd="0" destOrd="0" presId="urn:microsoft.com/office/officeart/2005/8/layout/vList5"/>
    <dgm:cxn modelId="{2F34096F-9F91-4C93-BDC4-04C4730F5BA2}" type="presParOf" srcId="{0B5F1E84-95E5-4F48-ACA0-21FCA075684A}" destId="{77D0D773-C3C1-421F-8177-169526DADFA1}" srcOrd="1" destOrd="0" presId="urn:microsoft.com/office/officeart/2005/8/layout/vList5"/>
    <dgm:cxn modelId="{D6A72EC0-A9C6-4263-87F7-3490FC8AB6F8}" type="presParOf" srcId="{31AF19BC-727F-4605-99A2-566D04F17B1B}" destId="{C7C521C0-33C0-4635-94C7-26CE711201FB}" srcOrd="7" destOrd="0" presId="urn:microsoft.com/office/officeart/2005/8/layout/vList5"/>
    <dgm:cxn modelId="{FF30DD27-7E88-4116-8BB2-F3C764494D07}" type="presParOf" srcId="{31AF19BC-727F-4605-99A2-566D04F17B1B}" destId="{41D98138-2310-46C5-AAA9-98BA80FEB578}" srcOrd="8" destOrd="0" presId="urn:microsoft.com/office/officeart/2005/8/layout/vList5"/>
    <dgm:cxn modelId="{8AE64880-946F-4F6C-ACBC-21E996746F5B}" type="presParOf" srcId="{41D98138-2310-46C5-AAA9-98BA80FEB578}" destId="{673F87A9-3E37-4696-B595-14C5737B3DCA}" srcOrd="0" destOrd="0" presId="urn:microsoft.com/office/officeart/2005/8/layout/vList5"/>
    <dgm:cxn modelId="{86B77187-E46F-4CEF-BF69-46BB1AFCEE76}" type="presParOf" srcId="{41D98138-2310-46C5-AAA9-98BA80FEB578}" destId="{DA6B78CA-25CE-4CFF-9E91-D680FDD3E9C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0C62F09-5D2F-4E18-9C29-6E4FED72E04A}" type="doc">
      <dgm:prSet loTypeId="urn:microsoft.com/office/officeart/2005/8/layout/vList5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D77F52F-5321-45EE-A180-9B9A9ABE3532}">
      <dgm:prSet phldrT="[Text]"/>
      <dgm:spPr/>
      <dgm:t>
        <a:bodyPr/>
        <a:lstStyle/>
        <a:p>
          <a:r>
            <a:rPr lang="ro-RO" dirty="0" smtClean="0"/>
            <a:t>Hipovolemic</a:t>
          </a:r>
          <a:endParaRPr lang="en-US" dirty="0"/>
        </a:p>
      </dgm:t>
    </dgm:pt>
    <dgm:pt modelId="{6C2D8CE0-6E71-401A-94FE-0D5BE5EED14E}" type="parTrans" cxnId="{60CA38A1-DC6E-4089-81D0-90B0AC7513B5}">
      <dgm:prSet/>
      <dgm:spPr/>
      <dgm:t>
        <a:bodyPr/>
        <a:lstStyle/>
        <a:p>
          <a:endParaRPr lang="en-US"/>
        </a:p>
      </dgm:t>
    </dgm:pt>
    <dgm:pt modelId="{99A286D9-7BD3-42A7-B52D-9EBE67762DEE}" type="sibTrans" cxnId="{60CA38A1-DC6E-4089-81D0-90B0AC7513B5}">
      <dgm:prSet/>
      <dgm:spPr/>
      <dgm:t>
        <a:bodyPr/>
        <a:lstStyle/>
        <a:p>
          <a:endParaRPr lang="en-US"/>
        </a:p>
      </dgm:t>
    </dgm:pt>
    <dgm:pt modelId="{C05C5FFC-9975-4A53-8F0E-BAF55D99A22A}">
      <dgm:prSet phldrT="[Text]"/>
      <dgm:spPr/>
      <dgm:t>
        <a:bodyPr/>
        <a:lstStyle/>
        <a:p>
          <a:r>
            <a:rPr lang="ro-RO" dirty="0" smtClean="0"/>
            <a:t>BDA, hemoragie, pierderi capilare</a:t>
          </a:r>
          <a:endParaRPr lang="en-US" dirty="0"/>
        </a:p>
      </dgm:t>
    </dgm:pt>
    <dgm:pt modelId="{87B30545-14F0-48C8-8E35-ABC46B9E64B6}" type="parTrans" cxnId="{3F1C0066-E922-42AC-B72A-1A6F917A0C3B}">
      <dgm:prSet/>
      <dgm:spPr/>
      <dgm:t>
        <a:bodyPr/>
        <a:lstStyle/>
        <a:p>
          <a:endParaRPr lang="en-US"/>
        </a:p>
      </dgm:t>
    </dgm:pt>
    <dgm:pt modelId="{33773C3D-55F9-4292-B54B-80E5608A00FF}" type="sibTrans" cxnId="{3F1C0066-E922-42AC-B72A-1A6F917A0C3B}">
      <dgm:prSet/>
      <dgm:spPr/>
      <dgm:t>
        <a:bodyPr/>
        <a:lstStyle/>
        <a:p>
          <a:endParaRPr lang="en-US"/>
        </a:p>
      </dgm:t>
    </dgm:pt>
    <dgm:pt modelId="{5804CE41-7AC0-49BC-AABF-C04678EA34E6}">
      <dgm:prSet phldrT="[Text]"/>
      <dgm:spPr/>
      <dgm:t>
        <a:bodyPr/>
        <a:lstStyle/>
        <a:p>
          <a:r>
            <a:rPr lang="ro-RO" dirty="0" smtClean="0"/>
            <a:t>Distributiv</a:t>
          </a:r>
          <a:endParaRPr lang="en-US" dirty="0"/>
        </a:p>
      </dgm:t>
    </dgm:pt>
    <dgm:pt modelId="{03B6D8AC-FDF9-400E-857A-89A30EB43B95}" type="parTrans" cxnId="{85411162-3633-4138-AF0D-3E585D247732}">
      <dgm:prSet/>
      <dgm:spPr/>
      <dgm:t>
        <a:bodyPr/>
        <a:lstStyle/>
        <a:p>
          <a:endParaRPr lang="en-US"/>
        </a:p>
      </dgm:t>
    </dgm:pt>
    <dgm:pt modelId="{EA248244-9AC5-4962-8D3C-A4B45B9ED71E}" type="sibTrans" cxnId="{85411162-3633-4138-AF0D-3E585D247732}">
      <dgm:prSet/>
      <dgm:spPr/>
      <dgm:t>
        <a:bodyPr/>
        <a:lstStyle/>
        <a:p>
          <a:endParaRPr lang="en-US"/>
        </a:p>
      </dgm:t>
    </dgm:pt>
    <dgm:pt modelId="{CF9BEE04-5B2E-4DE5-A7E8-9A5D101257B9}">
      <dgm:prSet phldrT="[Text]"/>
      <dgm:spPr/>
      <dgm:t>
        <a:bodyPr/>
        <a:lstStyle/>
        <a:p>
          <a:r>
            <a:rPr lang="ro-RO" dirty="0" smtClean="0"/>
            <a:t>Sepsis, anafilaxie, injurii neurologice</a:t>
          </a:r>
          <a:endParaRPr lang="en-US" dirty="0"/>
        </a:p>
      </dgm:t>
    </dgm:pt>
    <dgm:pt modelId="{F6AED607-669B-4965-A33A-F6E8EBCC1676}" type="parTrans" cxnId="{A9FD7987-349A-4792-82AA-464DF787F2C4}">
      <dgm:prSet/>
      <dgm:spPr/>
      <dgm:t>
        <a:bodyPr/>
        <a:lstStyle/>
        <a:p>
          <a:endParaRPr lang="en-US"/>
        </a:p>
      </dgm:t>
    </dgm:pt>
    <dgm:pt modelId="{184E2682-ABB7-474B-9498-BF120092C559}" type="sibTrans" cxnId="{A9FD7987-349A-4792-82AA-464DF787F2C4}">
      <dgm:prSet/>
      <dgm:spPr/>
      <dgm:t>
        <a:bodyPr/>
        <a:lstStyle/>
        <a:p>
          <a:endParaRPr lang="en-US"/>
        </a:p>
      </dgm:t>
    </dgm:pt>
    <dgm:pt modelId="{35D2304C-C42A-4AF2-9FD5-6D5517261676}">
      <dgm:prSet phldrT="[Text]"/>
      <dgm:spPr/>
      <dgm:t>
        <a:bodyPr/>
        <a:lstStyle/>
        <a:p>
          <a:r>
            <a:rPr lang="ro-RO" dirty="0" smtClean="0"/>
            <a:t>Cardiogen</a:t>
          </a:r>
          <a:endParaRPr lang="en-US" dirty="0"/>
        </a:p>
      </dgm:t>
    </dgm:pt>
    <dgm:pt modelId="{11B62672-230B-456F-946F-3510F89F3380}" type="parTrans" cxnId="{B5D4042E-647F-4DE5-9D77-1E364CB85FF5}">
      <dgm:prSet/>
      <dgm:spPr/>
      <dgm:t>
        <a:bodyPr/>
        <a:lstStyle/>
        <a:p>
          <a:endParaRPr lang="en-US"/>
        </a:p>
      </dgm:t>
    </dgm:pt>
    <dgm:pt modelId="{EEACB98D-3839-4CAA-888B-BCCA615AAFE1}" type="sibTrans" cxnId="{B5D4042E-647F-4DE5-9D77-1E364CB85FF5}">
      <dgm:prSet/>
      <dgm:spPr/>
      <dgm:t>
        <a:bodyPr/>
        <a:lstStyle/>
        <a:p>
          <a:endParaRPr lang="en-US"/>
        </a:p>
      </dgm:t>
    </dgm:pt>
    <dgm:pt modelId="{0A2B1E01-CBB5-4BAC-9660-BCB1833F9C4C}">
      <dgm:prSet phldrT="[Text]"/>
      <dgm:spPr/>
      <dgm:t>
        <a:bodyPr/>
        <a:lstStyle/>
        <a:p>
          <a:r>
            <a:rPr lang="ro-RO" dirty="0" smtClean="0"/>
            <a:t>Disociativ</a:t>
          </a:r>
          <a:endParaRPr lang="en-US" dirty="0"/>
        </a:p>
      </dgm:t>
    </dgm:pt>
    <dgm:pt modelId="{F9F5AC1B-D1A4-438F-88FB-74B9BFACEC14}" type="parTrans" cxnId="{796E67B3-A730-4871-BA6D-C80DBB2CD2A0}">
      <dgm:prSet/>
      <dgm:spPr/>
      <dgm:t>
        <a:bodyPr/>
        <a:lstStyle/>
        <a:p>
          <a:endParaRPr lang="en-US"/>
        </a:p>
      </dgm:t>
    </dgm:pt>
    <dgm:pt modelId="{8018488F-DEE2-45FF-A7F2-6563539B2FE1}" type="sibTrans" cxnId="{796E67B3-A730-4871-BA6D-C80DBB2CD2A0}">
      <dgm:prSet/>
      <dgm:spPr/>
      <dgm:t>
        <a:bodyPr/>
        <a:lstStyle/>
        <a:p>
          <a:endParaRPr lang="en-US"/>
        </a:p>
      </dgm:t>
    </dgm:pt>
    <dgm:pt modelId="{953E1F63-51B6-46F8-A084-CF2C01EA38A5}">
      <dgm:prSet phldrT="[Text]"/>
      <dgm:spPr/>
      <dgm:t>
        <a:bodyPr/>
        <a:lstStyle/>
        <a:p>
          <a:r>
            <a:rPr lang="ro-RO" dirty="0" smtClean="0"/>
            <a:t>Cardiomiopatii, aritmii</a:t>
          </a:r>
          <a:endParaRPr lang="en-US" dirty="0"/>
        </a:p>
      </dgm:t>
    </dgm:pt>
    <dgm:pt modelId="{559761F4-7C38-402D-9A46-C87E88CE2BCD}" type="parTrans" cxnId="{0C6022F9-D568-40C1-8D0B-B892949684D4}">
      <dgm:prSet/>
      <dgm:spPr/>
      <dgm:t>
        <a:bodyPr/>
        <a:lstStyle/>
        <a:p>
          <a:endParaRPr lang="en-US"/>
        </a:p>
      </dgm:t>
    </dgm:pt>
    <dgm:pt modelId="{91188586-0278-4A9A-90CE-F81EE26A6325}" type="sibTrans" cxnId="{0C6022F9-D568-40C1-8D0B-B892949684D4}">
      <dgm:prSet/>
      <dgm:spPr/>
      <dgm:t>
        <a:bodyPr/>
        <a:lstStyle/>
        <a:p>
          <a:endParaRPr lang="en-US"/>
        </a:p>
      </dgm:t>
    </dgm:pt>
    <dgm:pt modelId="{0D912A00-9317-4E02-B2F2-C6F97BDEE049}">
      <dgm:prSet phldrT="[Text]"/>
      <dgm:spPr/>
      <dgm:t>
        <a:bodyPr/>
        <a:lstStyle/>
        <a:p>
          <a:r>
            <a:rPr lang="ro-RO" dirty="0" smtClean="0"/>
            <a:t>Anemie severă, metHb, CO</a:t>
          </a:r>
          <a:endParaRPr lang="en-US" dirty="0"/>
        </a:p>
      </dgm:t>
    </dgm:pt>
    <dgm:pt modelId="{0243EE60-BBAD-45C2-9713-F45A50EA33F6}" type="parTrans" cxnId="{8C4DAD01-56F9-4AB4-BC99-196D7E660840}">
      <dgm:prSet/>
      <dgm:spPr/>
      <dgm:t>
        <a:bodyPr/>
        <a:lstStyle/>
        <a:p>
          <a:endParaRPr lang="en-US"/>
        </a:p>
      </dgm:t>
    </dgm:pt>
    <dgm:pt modelId="{8EDAF0C7-7812-4E16-B7F7-8FA12061BAD4}" type="sibTrans" cxnId="{8C4DAD01-56F9-4AB4-BC99-196D7E660840}">
      <dgm:prSet/>
      <dgm:spPr/>
      <dgm:t>
        <a:bodyPr/>
        <a:lstStyle/>
        <a:p>
          <a:endParaRPr lang="en-US"/>
        </a:p>
      </dgm:t>
    </dgm:pt>
    <dgm:pt modelId="{2FBA1895-337C-4928-A33F-CB714FFE6A76}">
      <dgm:prSet phldrT="[Text]"/>
      <dgm:spPr/>
      <dgm:t>
        <a:bodyPr/>
        <a:lstStyle/>
        <a:p>
          <a:r>
            <a:rPr lang="ro-RO" dirty="0" smtClean="0"/>
            <a:t>Obstructiv</a:t>
          </a:r>
          <a:endParaRPr lang="en-US" dirty="0"/>
        </a:p>
      </dgm:t>
    </dgm:pt>
    <dgm:pt modelId="{B40EFD0F-5DF0-4EBB-94FF-5E1E4CF7244B}" type="parTrans" cxnId="{A276A448-0C69-44A3-902C-5BAEED7ABF32}">
      <dgm:prSet/>
      <dgm:spPr/>
      <dgm:t>
        <a:bodyPr/>
        <a:lstStyle/>
        <a:p>
          <a:endParaRPr lang="en-US"/>
        </a:p>
      </dgm:t>
    </dgm:pt>
    <dgm:pt modelId="{D8F1D525-B251-47EA-89DC-9A7704C64E10}" type="sibTrans" cxnId="{A276A448-0C69-44A3-902C-5BAEED7ABF32}">
      <dgm:prSet/>
      <dgm:spPr/>
      <dgm:t>
        <a:bodyPr/>
        <a:lstStyle/>
        <a:p>
          <a:endParaRPr lang="en-US"/>
        </a:p>
      </dgm:t>
    </dgm:pt>
    <dgm:pt modelId="{D7C1C43C-5C7C-47EE-8F15-9424C797FB01}">
      <dgm:prSet phldrT="[Text]"/>
      <dgm:spPr/>
      <dgm:t>
        <a:bodyPr/>
        <a:lstStyle/>
        <a:p>
          <a:r>
            <a:rPr lang="ro-RO" dirty="0" smtClean="0"/>
            <a:t>pnTx, tamponada, embolism pulm, MCC</a:t>
          </a:r>
          <a:endParaRPr lang="en-US" dirty="0"/>
        </a:p>
      </dgm:t>
    </dgm:pt>
    <dgm:pt modelId="{6DF0E9E7-6375-43D8-AC3E-66CE27831065}" type="parTrans" cxnId="{AFD136E1-84B2-4C67-A16F-15BB30B728CE}">
      <dgm:prSet/>
      <dgm:spPr/>
      <dgm:t>
        <a:bodyPr/>
        <a:lstStyle/>
        <a:p>
          <a:endParaRPr lang="en-US"/>
        </a:p>
      </dgm:t>
    </dgm:pt>
    <dgm:pt modelId="{2113D817-36B3-426D-8262-24488EE946C3}" type="sibTrans" cxnId="{AFD136E1-84B2-4C67-A16F-15BB30B728CE}">
      <dgm:prSet/>
      <dgm:spPr/>
      <dgm:t>
        <a:bodyPr/>
        <a:lstStyle/>
        <a:p>
          <a:endParaRPr lang="en-US"/>
        </a:p>
      </dgm:t>
    </dgm:pt>
    <dgm:pt modelId="{31AF19BC-727F-4605-99A2-566D04F17B1B}" type="pres">
      <dgm:prSet presAssocID="{70C62F09-5D2F-4E18-9C29-6E4FED72E04A}" presName="Name0" presStyleCnt="0">
        <dgm:presLayoutVars>
          <dgm:dir/>
          <dgm:animLvl val="lvl"/>
          <dgm:resizeHandles val="exact"/>
        </dgm:presLayoutVars>
      </dgm:prSet>
      <dgm:spPr/>
    </dgm:pt>
    <dgm:pt modelId="{B54BFFA0-A23F-449F-AD52-9C550454CBAE}" type="pres">
      <dgm:prSet presAssocID="{0D77F52F-5321-45EE-A180-9B9A9ABE3532}" presName="linNode" presStyleCnt="0"/>
      <dgm:spPr/>
    </dgm:pt>
    <dgm:pt modelId="{09B63A15-E116-435D-9249-E6005F2CFE0F}" type="pres">
      <dgm:prSet presAssocID="{0D77F52F-5321-45EE-A180-9B9A9ABE3532}" presName="parentText" presStyleLbl="node1" presStyleIdx="0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513EF4-749D-4A64-9A08-F5A30C1B99D6}" type="pres">
      <dgm:prSet presAssocID="{0D77F52F-5321-45EE-A180-9B9A9ABE3532}" presName="descendantText" presStyleLbl="alignAccFollow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4607C4-A515-4C05-8CEE-20CC31C53D87}" type="pres">
      <dgm:prSet presAssocID="{99A286D9-7BD3-42A7-B52D-9EBE67762DEE}" presName="sp" presStyleCnt="0"/>
      <dgm:spPr/>
    </dgm:pt>
    <dgm:pt modelId="{09C994C4-F336-4C04-8C0F-61F0982DF27D}" type="pres">
      <dgm:prSet presAssocID="{5804CE41-7AC0-49BC-AABF-C04678EA34E6}" presName="linNode" presStyleCnt="0"/>
      <dgm:spPr/>
    </dgm:pt>
    <dgm:pt modelId="{D338F128-BB7C-4341-9572-1B645FDF322E}" type="pres">
      <dgm:prSet presAssocID="{5804CE41-7AC0-49BC-AABF-C04678EA34E6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0F0DE721-C2D3-4C08-BEC1-3E7E3EEFD22A}" type="pres">
      <dgm:prSet presAssocID="{5804CE41-7AC0-49BC-AABF-C04678EA34E6}" presName="descendantText" presStyleLbl="alignAccFollow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4E0191D-41BD-4FBF-A5E8-2847D188F5E5}" type="pres">
      <dgm:prSet presAssocID="{EA248244-9AC5-4962-8D3C-A4B45B9ED71E}" presName="sp" presStyleCnt="0"/>
      <dgm:spPr/>
    </dgm:pt>
    <dgm:pt modelId="{0B5F1E84-95E5-4F48-ACA0-21FCA075684A}" type="pres">
      <dgm:prSet presAssocID="{35D2304C-C42A-4AF2-9FD5-6D5517261676}" presName="linNode" presStyleCnt="0"/>
      <dgm:spPr/>
    </dgm:pt>
    <dgm:pt modelId="{F82DA218-1302-481D-8219-5E00AAD00E24}" type="pres">
      <dgm:prSet presAssocID="{35D2304C-C42A-4AF2-9FD5-6D5517261676}" presName="parentText" presStyleLbl="node1" presStyleIdx="2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D0D773-C3C1-421F-8177-169526DADFA1}" type="pres">
      <dgm:prSet presAssocID="{35D2304C-C42A-4AF2-9FD5-6D5517261676}" presName="descendantText" presStyleLbl="alignAccFollow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7C521C0-33C0-4635-94C7-26CE711201FB}" type="pres">
      <dgm:prSet presAssocID="{EEACB98D-3839-4CAA-888B-BCCA615AAFE1}" presName="sp" presStyleCnt="0"/>
      <dgm:spPr/>
    </dgm:pt>
    <dgm:pt modelId="{E3E98DBD-902B-4BC5-BB99-BC968DE128CB}" type="pres">
      <dgm:prSet presAssocID="{2FBA1895-337C-4928-A33F-CB714FFE6A76}" presName="linNode" presStyleCnt="0"/>
      <dgm:spPr/>
    </dgm:pt>
    <dgm:pt modelId="{6E28068F-A6DA-4E43-9D08-25A6CAD59223}" type="pres">
      <dgm:prSet presAssocID="{2FBA1895-337C-4928-A33F-CB714FFE6A76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62A94191-C28A-4B06-88C8-1FCB7E821863}" type="pres">
      <dgm:prSet presAssocID="{2FBA1895-337C-4928-A33F-CB714FFE6A76}" presName="descendantText" presStyleLbl="alignAccFollow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2974E1-6193-4622-BB83-091724800536}" type="pres">
      <dgm:prSet presAssocID="{D8F1D525-B251-47EA-89DC-9A7704C64E10}" presName="sp" presStyleCnt="0"/>
      <dgm:spPr/>
    </dgm:pt>
    <dgm:pt modelId="{41D98138-2310-46C5-AAA9-98BA80FEB578}" type="pres">
      <dgm:prSet presAssocID="{0A2B1E01-CBB5-4BAC-9660-BCB1833F9C4C}" presName="linNode" presStyleCnt="0"/>
      <dgm:spPr/>
    </dgm:pt>
    <dgm:pt modelId="{673F87A9-3E37-4696-B595-14C5737B3DCA}" type="pres">
      <dgm:prSet presAssocID="{0A2B1E01-CBB5-4BAC-9660-BCB1833F9C4C}" presName="parentText" presStyleLbl="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A6B78CA-25CE-4CFF-9E91-D680FDD3E9C5}" type="pres">
      <dgm:prSet presAssocID="{0A2B1E01-CBB5-4BAC-9660-BCB1833F9C4C}" presName="descendantText" presStyleLbl="alignAccFollow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0CA38A1-DC6E-4089-81D0-90B0AC7513B5}" srcId="{70C62F09-5D2F-4E18-9C29-6E4FED72E04A}" destId="{0D77F52F-5321-45EE-A180-9B9A9ABE3532}" srcOrd="0" destOrd="0" parTransId="{6C2D8CE0-6E71-401A-94FE-0D5BE5EED14E}" sibTransId="{99A286D9-7BD3-42A7-B52D-9EBE67762DEE}"/>
    <dgm:cxn modelId="{8C4DAD01-56F9-4AB4-BC99-196D7E660840}" srcId="{0A2B1E01-CBB5-4BAC-9660-BCB1833F9C4C}" destId="{0D912A00-9317-4E02-B2F2-C6F97BDEE049}" srcOrd="0" destOrd="0" parTransId="{0243EE60-BBAD-45C2-9713-F45A50EA33F6}" sibTransId="{8EDAF0C7-7812-4E16-B7F7-8FA12061BAD4}"/>
    <dgm:cxn modelId="{1B0230B3-FF0A-47F8-993F-30C3FFF27219}" type="presOf" srcId="{CF9BEE04-5B2E-4DE5-A7E8-9A5D101257B9}" destId="{0F0DE721-C2D3-4C08-BEC1-3E7E3EEFD22A}" srcOrd="0" destOrd="0" presId="urn:microsoft.com/office/officeart/2005/8/layout/vList5"/>
    <dgm:cxn modelId="{F10B9524-2414-45A1-B3B1-B8A9972599B5}" type="presOf" srcId="{5804CE41-7AC0-49BC-AABF-C04678EA34E6}" destId="{D338F128-BB7C-4341-9572-1B645FDF322E}" srcOrd="0" destOrd="0" presId="urn:microsoft.com/office/officeart/2005/8/layout/vList5"/>
    <dgm:cxn modelId="{796E67B3-A730-4871-BA6D-C80DBB2CD2A0}" srcId="{70C62F09-5D2F-4E18-9C29-6E4FED72E04A}" destId="{0A2B1E01-CBB5-4BAC-9660-BCB1833F9C4C}" srcOrd="4" destOrd="0" parTransId="{F9F5AC1B-D1A4-438F-88FB-74B9BFACEC14}" sibTransId="{8018488F-DEE2-45FF-A7F2-6563539B2FE1}"/>
    <dgm:cxn modelId="{D8836C89-CAC2-4B87-A094-DA264D648C56}" type="presOf" srcId="{953E1F63-51B6-46F8-A084-CF2C01EA38A5}" destId="{77D0D773-C3C1-421F-8177-169526DADFA1}" srcOrd="0" destOrd="0" presId="urn:microsoft.com/office/officeart/2005/8/layout/vList5"/>
    <dgm:cxn modelId="{3F1C0066-E922-42AC-B72A-1A6F917A0C3B}" srcId="{0D77F52F-5321-45EE-A180-9B9A9ABE3532}" destId="{C05C5FFC-9975-4A53-8F0E-BAF55D99A22A}" srcOrd="0" destOrd="0" parTransId="{87B30545-14F0-48C8-8E35-ABC46B9E64B6}" sibTransId="{33773C3D-55F9-4292-B54B-80E5608A00FF}"/>
    <dgm:cxn modelId="{4BE40892-782A-474C-981F-94641A02A3EB}" type="presOf" srcId="{2FBA1895-337C-4928-A33F-CB714FFE6A76}" destId="{6E28068F-A6DA-4E43-9D08-25A6CAD59223}" srcOrd="0" destOrd="0" presId="urn:microsoft.com/office/officeart/2005/8/layout/vList5"/>
    <dgm:cxn modelId="{DC6AAA38-391C-48AC-8694-E9B0575C0352}" type="presOf" srcId="{0D77F52F-5321-45EE-A180-9B9A9ABE3532}" destId="{09B63A15-E116-435D-9249-E6005F2CFE0F}" srcOrd="0" destOrd="0" presId="urn:microsoft.com/office/officeart/2005/8/layout/vList5"/>
    <dgm:cxn modelId="{E017090F-23F4-4646-B5CA-B9BF27335F96}" type="presOf" srcId="{70C62F09-5D2F-4E18-9C29-6E4FED72E04A}" destId="{31AF19BC-727F-4605-99A2-566D04F17B1B}" srcOrd="0" destOrd="0" presId="urn:microsoft.com/office/officeart/2005/8/layout/vList5"/>
    <dgm:cxn modelId="{A9FD7987-349A-4792-82AA-464DF787F2C4}" srcId="{5804CE41-7AC0-49BC-AABF-C04678EA34E6}" destId="{CF9BEE04-5B2E-4DE5-A7E8-9A5D101257B9}" srcOrd="0" destOrd="0" parTransId="{F6AED607-669B-4965-A33A-F6E8EBCC1676}" sibTransId="{184E2682-ABB7-474B-9498-BF120092C559}"/>
    <dgm:cxn modelId="{AFD136E1-84B2-4C67-A16F-15BB30B728CE}" srcId="{2FBA1895-337C-4928-A33F-CB714FFE6A76}" destId="{D7C1C43C-5C7C-47EE-8F15-9424C797FB01}" srcOrd="0" destOrd="0" parTransId="{6DF0E9E7-6375-43D8-AC3E-66CE27831065}" sibTransId="{2113D817-36B3-426D-8262-24488EE946C3}"/>
    <dgm:cxn modelId="{716EC7C8-A835-43BB-B059-96BFCF41C3E3}" type="presOf" srcId="{35D2304C-C42A-4AF2-9FD5-6D5517261676}" destId="{F82DA218-1302-481D-8219-5E00AAD00E24}" srcOrd="0" destOrd="0" presId="urn:microsoft.com/office/officeart/2005/8/layout/vList5"/>
    <dgm:cxn modelId="{82762014-328E-4562-B6BA-793F69D9F4F8}" type="presOf" srcId="{C05C5FFC-9975-4A53-8F0E-BAF55D99A22A}" destId="{5C513EF4-749D-4A64-9A08-F5A30C1B99D6}" srcOrd="0" destOrd="0" presId="urn:microsoft.com/office/officeart/2005/8/layout/vList5"/>
    <dgm:cxn modelId="{85411162-3633-4138-AF0D-3E585D247732}" srcId="{70C62F09-5D2F-4E18-9C29-6E4FED72E04A}" destId="{5804CE41-7AC0-49BC-AABF-C04678EA34E6}" srcOrd="1" destOrd="0" parTransId="{03B6D8AC-FDF9-400E-857A-89A30EB43B95}" sibTransId="{EA248244-9AC5-4962-8D3C-A4B45B9ED71E}"/>
    <dgm:cxn modelId="{4A2B011C-2C57-4432-A4F2-1F57FB16212A}" type="presOf" srcId="{0A2B1E01-CBB5-4BAC-9660-BCB1833F9C4C}" destId="{673F87A9-3E37-4696-B595-14C5737B3DCA}" srcOrd="0" destOrd="0" presId="urn:microsoft.com/office/officeart/2005/8/layout/vList5"/>
    <dgm:cxn modelId="{A276A448-0C69-44A3-902C-5BAEED7ABF32}" srcId="{70C62F09-5D2F-4E18-9C29-6E4FED72E04A}" destId="{2FBA1895-337C-4928-A33F-CB714FFE6A76}" srcOrd="3" destOrd="0" parTransId="{B40EFD0F-5DF0-4EBB-94FF-5E1E4CF7244B}" sibTransId="{D8F1D525-B251-47EA-89DC-9A7704C64E10}"/>
    <dgm:cxn modelId="{0C6022F9-D568-40C1-8D0B-B892949684D4}" srcId="{35D2304C-C42A-4AF2-9FD5-6D5517261676}" destId="{953E1F63-51B6-46F8-A084-CF2C01EA38A5}" srcOrd="0" destOrd="0" parTransId="{559761F4-7C38-402D-9A46-C87E88CE2BCD}" sibTransId="{91188586-0278-4A9A-90CE-F81EE26A6325}"/>
    <dgm:cxn modelId="{B5D4042E-647F-4DE5-9D77-1E364CB85FF5}" srcId="{70C62F09-5D2F-4E18-9C29-6E4FED72E04A}" destId="{35D2304C-C42A-4AF2-9FD5-6D5517261676}" srcOrd="2" destOrd="0" parTransId="{11B62672-230B-456F-946F-3510F89F3380}" sibTransId="{EEACB98D-3839-4CAA-888B-BCCA615AAFE1}"/>
    <dgm:cxn modelId="{850CC16E-A5C0-46A6-AEC2-F931BDF9637D}" type="presOf" srcId="{0D912A00-9317-4E02-B2F2-C6F97BDEE049}" destId="{DA6B78CA-25CE-4CFF-9E91-D680FDD3E9C5}" srcOrd="0" destOrd="0" presId="urn:microsoft.com/office/officeart/2005/8/layout/vList5"/>
    <dgm:cxn modelId="{E7C537B4-B835-4BA1-A3B5-82D74310FB80}" type="presOf" srcId="{D7C1C43C-5C7C-47EE-8F15-9424C797FB01}" destId="{62A94191-C28A-4B06-88C8-1FCB7E821863}" srcOrd="0" destOrd="0" presId="urn:microsoft.com/office/officeart/2005/8/layout/vList5"/>
    <dgm:cxn modelId="{6FDDACF7-A611-4A65-A5D3-48A4C8357E6C}" type="presParOf" srcId="{31AF19BC-727F-4605-99A2-566D04F17B1B}" destId="{B54BFFA0-A23F-449F-AD52-9C550454CBAE}" srcOrd="0" destOrd="0" presId="urn:microsoft.com/office/officeart/2005/8/layout/vList5"/>
    <dgm:cxn modelId="{2D6BF0A1-6CAD-4601-BD58-991EAA4DB71D}" type="presParOf" srcId="{B54BFFA0-A23F-449F-AD52-9C550454CBAE}" destId="{09B63A15-E116-435D-9249-E6005F2CFE0F}" srcOrd="0" destOrd="0" presId="urn:microsoft.com/office/officeart/2005/8/layout/vList5"/>
    <dgm:cxn modelId="{CA75C007-95FD-4635-9DBC-F9FB7D49B0CA}" type="presParOf" srcId="{B54BFFA0-A23F-449F-AD52-9C550454CBAE}" destId="{5C513EF4-749D-4A64-9A08-F5A30C1B99D6}" srcOrd="1" destOrd="0" presId="urn:microsoft.com/office/officeart/2005/8/layout/vList5"/>
    <dgm:cxn modelId="{DA1AA851-3C9F-4665-A8F0-D16B70A2230A}" type="presParOf" srcId="{31AF19BC-727F-4605-99A2-566D04F17B1B}" destId="{C64607C4-A515-4C05-8CEE-20CC31C53D87}" srcOrd="1" destOrd="0" presId="urn:microsoft.com/office/officeart/2005/8/layout/vList5"/>
    <dgm:cxn modelId="{5FF2AED4-20DB-4B30-BBB7-BF872B6F1157}" type="presParOf" srcId="{31AF19BC-727F-4605-99A2-566D04F17B1B}" destId="{09C994C4-F336-4C04-8C0F-61F0982DF27D}" srcOrd="2" destOrd="0" presId="urn:microsoft.com/office/officeart/2005/8/layout/vList5"/>
    <dgm:cxn modelId="{A94478A1-CC75-4CC8-B2EC-987E154A6847}" type="presParOf" srcId="{09C994C4-F336-4C04-8C0F-61F0982DF27D}" destId="{D338F128-BB7C-4341-9572-1B645FDF322E}" srcOrd="0" destOrd="0" presId="urn:microsoft.com/office/officeart/2005/8/layout/vList5"/>
    <dgm:cxn modelId="{BFFADB88-E142-4A63-97D7-F847CD52D8BE}" type="presParOf" srcId="{09C994C4-F336-4C04-8C0F-61F0982DF27D}" destId="{0F0DE721-C2D3-4C08-BEC1-3E7E3EEFD22A}" srcOrd="1" destOrd="0" presId="urn:microsoft.com/office/officeart/2005/8/layout/vList5"/>
    <dgm:cxn modelId="{AC7638E9-083F-4E2F-A812-97CBB620AE3B}" type="presParOf" srcId="{31AF19BC-727F-4605-99A2-566D04F17B1B}" destId="{74E0191D-41BD-4FBF-A5E8-2847D188F5E5}" srcOrd="3" destOrd="0" presId="urn:microsoft.com/office/officeart/2005/8/layout/vList5"/>
    <dgm:cxn modelId="{C0C913EB-B34F-4810-A022-8AF0E79EE6BE}" type="presParOf" srcId="{31AF19BC-727F-4605-99A2-566D04F17B1B}" destId="{0B5F1E84-95E5-4F48-ACA0-21FCA075684A}" srcOrd="4" destOrd="0" presId="urn:microsoft.com/office/officeart/2005/8/layout/vList5"/>
    <dgm:cxn modelId="{6F3DAC4D-A623-4C15-BE99-2EFBF9406690}" type="presParOf" srcId="{0B5F1E84-95E5-4F48-ACA0-21FCA075684A}" destId="{F82DA218-1302-481D-8219-5E00AAD00E24}" srcOrd="0" destOrd="0" presId="urn:microsoft.com/office/officeart/2005/8/layout/vList5"/>
    <dgm:cxn modelId="{1F91651D-0402-405E-9FD9-580A1A9CC046}" type="presParOf" srcId="{0B5F1E84-95E5-4F48-ACA0-21FCA075684A}" destId="{77D0D773-C3C1-421F-8177-169526DADFA1}" srcOrd="1" destOrd="0" presId="urn:microsoft.com/office/officeart/2005/8/layout/vList5"/>
    <dgm:cxn modelId="{09E0C784-B483-445B-B43F-138DDC9366F3}" type="presParOf" srcId="{31AF19BC-727F-4605-99A2-566D04F17B1B}" destId="{C7C521C0-33C0-4635-94C7-26CE711201FB}" srcOrd="5" destOrd="0" presId="urn:microsoft.com/office/officeart/2005/8/layout/vList5"/>
    <dgm:cxn modelId="{9ECBBD88-A167-4F49-A009-C21652F55C22}" type="presParOf" srcId="{31AF19BC-727F-4605-99A2-566D04F17B1B}" destId="{E3E98DBD-902B-4BC5-BB99-BC968DE128CB}" srcOrd="6" destOrd="0" presId="urn:microsoft.com/office/officeart/2005/8/layout/vList5"/>
    <dgm:cxn modelId="{26CD86D6-5E74-4A7B-AE01-62FFDDCC5B62}" type="presParOf" srcId="{E3E98DBD-902B-4BC5-BB99-BC968DE128CB}" destId="{6E28068F-A6DA-4E43-9D08-25A6CAD59223}" srcOrd="0" destOrd="0" presId="urn:microsoft.com/office/officeart/2005/8/layout/vList5"/>
    <dgm:cxn modelId="{64C4E9A0-0BD3-4103-89DB-8F26371FAC21}" type="presParOf" srcId="{E3E98DBD-902B-4BC5-BB99-BC968DE128CB}" destId="{62A94191-C28A-4B06-88C8-1FCB7E821863}" srcOrd="1" destOrd="0" presId="urn:microsoft.com/office/officeart/2005/8/layout/vList5"/>
    <dgm:cxn modelId="{3E4742BA-EECC-4FD6-BCF5-84DC2E818895}" type="presParOf" srcId="{31AF19BC-727F-4605-99A2-566D04F17B1B}" destId="{282974E1-6193-4622-BB83-091724800536}" srcOrd="7" destOrd="0" presId="urn:microsoft.com/office/officeart/2005/8/layout/vList5"/>
    <dgm:cxn modelId="{E225FB47-0691-48AB-B8D8-887E4E384E2F}" type="presParOf" srcId="{31AF19BC-727F-4605-99A2-566D04F17B1B}" destId="{41D98138-2310-46C5-AAA9-98BA80FEB578}" srcOrd="8" destOrd="0" presId="urn:microsoft.com/office/officeart/2005/8/layout/vList5"/>
    <dgm:cxn modelId="{B70BCC7E-3375-4D0A-81BB-DC1674E03D37}" type="presParOf" srcId="{41D98138-2310-46C5-AAA9-98BA80FEB578}" destId="{673F87A9-3E37-4696-B595-14C5737B3DCA}" srcOrd="0" destOrd="0" presId="urn:microsoft.com/office/officeart/2005/8/layout/vList5"/>
    <dgm:cxn modelId="{15D3774B-20DE-4C1B-85AC-E250D12B77F6}" type="presParOf" srcId="{41D98138-2310-46C5-AAA9-98BA80FEB578}" destId="{DA6B78CA-25CE-4CFF-9E91-D680FDD3E9C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1DC49E-0BA1-4260-B2CD-E5284E02CB57}">
      <dsp:nvSpPr>
        <dsp:cNvPr id="0" name=""/>
        <dsp:cNvSpPr/>
      </dsp:nvSpPr>
      <dsp:spPr>
        <a:xfrm>
          <a:off x="2265825" y="1752579"/>
          <a:ext cx="1417320" cy="14173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280" tIns="81280" rIns="81280" bIns="8128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3200" kern="1200" dirty="0" smtClean="0"/>
            <a:t>ȘOCUL</a:t>
          </a:r>
          <a:endParaRPr lang="en-US" sz="3200" kern="1200" dirty="0"/>
        </a:p>
      </dsp:txBody>
      <dsp:txXfrm>
        <a:off x="2335013" y="1821767"/>
        <a:ext cx="1278944" cy="1278944"/>
      </dsp:txXfrm>
    </dsp:sp>
    <dsp:sp modelId="{7122ECF5-DDA4-44CD-AA1A-0B5DBC44B8EC}">
      <dsp:nvSpPr>
        <dsp:cNvPr id="0" name=""/>
        <dsp:cNvSpPr/>
      </dsp:nvSpPr>
      <dsp:spPr>
        <a:xfrm rot="16231633">
          <a:off x="2709111" y="1478171"/>
          <a:ext cx="54884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48840" y="0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2A5F44-B3AC-4AA7-8321-F468D436B7FB}">
      <dsp:nvSpPr>
        <dsp:cNvPr id="0" name=""/>
        <dsp:cNvSpPr/>
      </dsp:nvSpPr>
      <dsp:spPr>
        <a:xfrm>
          <a:off x="1697900" y="254157"/>
          <a:ext cx="2585051" cy="94960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>
              <a:latin typeface="Calibri"/>
              <a:cs typeface="Calibri"/>
            </a:rPr>
            <a:t>↓</a:t>
          </a:r>
          <a:r>
            <a:rPr lang="ro-RO" sz="2500" kern="1200" dirty="0" smtClean="0">
              <a:latin typeface="Calibri"/>
              <a:cs typeface="Calibri"/>
            </a:rPr>
            <a:t> volumului iv</a:t>
          </a:r>
          <a:endParaRPr lang="en-US" sz="2500" kern="1200" dirty="0"/>
        </a:p>
      </dsp:txBody>
      <dsp:txXfrm>
        <a:off x="1744256" y="300513"/>
        <a:ext cx="2492339" cy="856892"/>
      </dsp:txXfrm>
    </dsp:sp>
    <dsp:sp modelId="{29E7F8CA-8344-4CE0-AC9C-1F851E07A62C}">
      <dsp:nvSpPr>
        <dsp:cNvPr id="0" name=""/>
        <dsp:cNvSpPr/>
      </dsp:nvSpPr>
      <dsp:spPr>
        <a:xfrm rot="2333569">
          <a:off x="3597045" y="3276773"/>
          <a:ext cx="77680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76803" y="0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F508F8-FFE5-499F-A52E-71386078C298}">
      <dsp:nvSpPr>
        <dsp:cNvPr id="0" name=""/>
        <dsp:cNvSpPr/>
      </dsp:nvSpPr>
      <dsp:spPr>
        <a:xfrm>
          <a:off x="3421482" y="3520637"/>
          <a:ext cx="2909692" cy="94960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2500" kern="1200" dirty="0" smtClean="0"/>
            <a:t>Funcție cardiacă alterată</a:t>
          </a:r>
          <a:endParaRPr lang="en-US" sz="2500" kern="1200" dirty="0"/>
        </a:p>
      </dsp:txBody>
      <dsp:txXfrm>
        <a:off x="3467838" y="3566993"/>
        <a:ext cx="2816980" cy="856892"/>
      </dsp:txXfrm>
    </dsp:sp>
    <dsp:sp modelId="{EA817E94-CCA6-4A87-AE48-ABCBB4AF54EC}">
      <dsp:nvSpPr>
        <dsp:cNvPr id="0" name=""/>
        <dsp:cNvSpPr/>
      </dsp:nvSpPr>
      <dsp:spPr>
        <a:xfrm rot="8437982">
          <a:off x="1597743" y="3281646"/>
          <a:ext cx="75357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53575" y="0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C019F1-C2E3-441F-9D1A-18DD79E39368}">
      <dsp:nvSpPr>
        <dsp:cNvPr id="0" name=""/>
        <dsp:cNvSpPr/>
      </dsp:nvSpPr>
      <dsp:spPr>
        <a:xfrm>
          <a:off x="-311375" y="3520637"/>
          <a:ext cx="2831796" cy="94960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2400" kern="1200" dirty="0" smtClean="0"/>
            <a:t>Distribuție anormală a volumui iv</a:t>
          </a:r>
          <a:endParaRPr lang="en-US" sz="2400" kern="1200" dirty="0"/>
        </a:p>
      </dsp:txBody>
      <dsp:txXfrm>
        <a:off x="-265019" y="3566993"/>
        <a:ext cx="2739084" cy="8568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749A85-E29B-4239-A7BC-DF7B077969FB}">
      <dsp:nvSpPr>
        <dsp:cNvPr id="0" name=""/>
        <dsp:cNvSpPr/>
      </dsp:nvSpPr>
      <dsp:spPr>
        <a:xfrm>
          <a:off x="197234" y="535"/>
          <a:ext cx="4877841" cy="1951136"/>
        </a:xfrm>
        <a:prstGeom prst="chevron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0" tIns="31750" rIns="0" bIns="3175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5000" kern="1200" dirty="0" smtClean="0"/>
            <a:t>Șoc compensat</a:t>
          </a:r>
          <a:endParaRPr lang="en-US" sz="5000" kern="1200" dirty="0"/>
        </a:p>
      </dsp:txBody>
      <dsp:txXfrm>
        <a:off x="1172802" y="535"/>
        <a:ext cx="2926705" cy="1951136"/>
      </dsp:txXfrm>
    </dsp:sp>
    <dsp:sp modelId="{8FC2F4CA-B543-40F4-9111-35D963C846CE}">
      <dsp:nvSpPr>
        <dsp:cNvPr id="0" name=""/>
        <dsp:cNvSpPr/>
      </dsp:nvSpPr>
      <dsp:spPr>
        <a:xfrm>
          <a:off x="4440956" y="166382"/>
          <a:ext cx="4048608" cy="1619443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19050" rIns="0" bIns="1905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3000" kern="1200" dirty="0" smtClean="0"/>
            <a:t>Tahicardie</a:t>
          </a:r>
        </a:p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3000" kern="1200" dirty="0" smtClean="0"/>
            <a:t>Vasoconstricție periferică</a:t>
          </a:r>
          <a:endParaRPr lang="en-US" sz="3000" kern="1200" dirty="0"/>
        </a:p>
      </dsp:txBody>
      <dsp:txXfrm>
        <a:off x="5250678" y="166382"/>
        <a:ext cx="2429165" cy="1619443"/>
      </dsp:txXfrm>
    </dsp:sp>
    <dsp:sp modelId="{0AC7F19D-1A04-4918-A2B3-334623A29F18}">
      <dsp:nvSpPr>
        <dsp:cNvPr id="0" name=""/>
        <dsp:cNvSpPr/>
      </dsp:nvSpPr>
      <dsp:spPr>
        <a:xfrm>
          <a:off x="197234" y="2224831"/>
          <a:ext cx="4877841" cy="1951136"/>
        </a:xfrm>
        <a:prstGeom prst="chevron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0" tIns="31750" rIns="0" bIns="3175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5000" kern="1200" dirty="0" smtClean="0"/>
            <a:t>Șoc hipotensiv</a:t>
          </a:r>
          <a:endParaRPr lang="en-US" sz="5000" kern="1200" dirty="0"/>
        </a:p>
      </dsp:txBody>
      <dsp:txXfrm>
        <a:off x="1172802" y="2224831"/>
        <a:ext cx="2926705" cy="1951136"/>
      </dsp:txXfrm>
    </dsp:sp>
    <dsp:sp modelId="{CA7C79A7-9409-4205-849A-BF679E142F65}">
      <dsp:nvSpPr>
        <dsp:cNvPr id="0" name=""/>
        <dsp:cNvSpPr/>
      </dsp:nvSpPr>
      <dsp:spPr>
        <a:xfrm>
          <a:off x="4440956" y="2390678"/>
          <a:ext cx="4048608" cy="1619443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19050" rIns="0" bIns="1905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>
              <a:latin typeface="Calibri"/>
              <a:cs typeface="Calibri"/>
            </a:rPr>
            <a:t>↓</a:t>
          </a:r>
          <a:r>
            <a:rPr lang="ro-RO" sz="3000" kern="1200" dirty="0" smtClean="0">
              <a:latin typeface="Calibri"/>
              <a:cs typeface="Calibri"/>
            </a:rPr>
            <a:t> TAS</a:t>
          </a:r>
        </a:p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3000" kern="1200" dirty="0" smtClean="0">
              <a:latin typeface="Calibri"/>
              <a:cs typeface="Calibri"/>
            </a:rPr>
            <a:t>Status mental alterat</a:t>
          </a:r>
          <a:endParaRPr lang="en-US" sz="3000" kern="1200" dirty="0"/>
        </a:p>
      </dsp:txBody>
      <dsp:txXfrm>
        <a:off x="5250678" y="2390678"/>
        <a:ext cx="2429165" cy="1619443"/>
      </dsp:txXfrm>
    </dsp:sp>
    <dsp:sp modelId="{6194DDF5-1D9A-4D51-A4CE-D5FBC56A9395}">
      <dsp:nvSpPr>
        <dsp:cNvPr id="0" name=""/>
        <dsp:cNvSpPr/>
      </dsp:nvSpPr>
      <dsp:spPr>
        <a:xfrm>
          <a:off x="197234" y="4449127"/>
          <a:ext cx="4877841" cy="1951136"/>
        </a:xfrm>
        <a:prstGeom prst="chevron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0" tIns="31750" rIns="0" bIns="3175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5000" kern="1200" dirty="0" smtClean="0"/>
            <a:t>Șoc ireversibil</a:t>
          </a:r>
          <a:endParaRPr lang="en-US" sz="5000" kern="1200" dirty="0"/>
        </a:p>
      </dsp:txBody>
      <dsp:txXfrm>
        <a:off x="1172802" y="4449127"/>
        <a:ext cx="2926705" cy="1951136"/>
      </dsp:txXfrm>
    </dsp:sp>
    <dsp:sp modelId="{789B2650-74E2-4397-8D15-B325DE33F031}">
      <dsp:nvSpPr>
        <dsp:cNvPr id="0" name=""/>
        <dsp:cNvSpPr/>
      </dsp:nvSpPr>
      <dsp:spPr>
        <a:xfrm>
          <a:off x="4440956" y="4614974"/>
          <a:ext cx="4048608" cy="1619443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19050" rIns="0" bIns="1905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3000" kern="1200" dirty="0" smtClean="0"/>
            <a:t>Disfuncție multiplă</a:t>
          </a:r>
        </a:p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3000" kern="1200" dirty="0" smtClean="0"/>
            <a:t>Deces</a:t>
          </a:r>
          <a:endParaRPr lang="en-US" sz="3000" kern="1200" dirty="0"/>
        </a:p>
      </dsp:txBody>
      <dsp:txXfrm>
        <a:off x="5250678" y="4614974"/>
        <a:ext cx="2429165" cy="16194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668E54-8ED1-458A-B2C2-9AE5F1948D55}">
      <dsp:nvSpPr>
        <dsp:cNvPr id="0" name=""/>
        <dsp:cNvSpPr/>
      </dsp:nvSpPr>
      <dsp:spPr>
        <a:xfrm>
          <a:off x="2795605" y="1531532"/>
          <a:ext cx="3550220" cy="3550220"/>
        </a:xfrm>
        <a:prstGeom prst="ellipse">
          <a:avLst/>
        </a:prstGeom>
        <a:gradFill rotWithShape="0">
          <a:gsLst>
            <a:gs pos="0">
              <a:schemeClr val="accent1">
                <a:shade val="80000"/>
                <a:alpha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shade val="80000"/>
                <a:alpha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shade val="80000"/>
                <a:alpha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6500" kern="1200" dirty="0" smtClean="0"/>
            <a:t>ȘOCUL</a:t>
          </a:r>
          <a:endParaRPr lang="en-US" sz="6500" kern="1200" dirty="0"/>
        </a:p>
      </dsp:txBody>
      <dsp:txXfrm>
        <a:off x="3315523" y="2051450"/>
        <a:ext cx="2510384" cy="2510384"/>
      </dsp:txXfrm>
    </dsp:sp>
    <dsp:sp modelId="{E03B33E2-1519-4F10-A298-24736C54216B}">
      <dsp:nvSpPr>
        <dsp:cNvPr id="0" name=""/>
        <dsp:cNvSpPr/>
      </dsp:nvSpPr>
      <dsp:spPr>
        <a:xfrm>
          <a:off x="3683160" y="109532"/>
          <a:ext cx="1775110" cy="1775110"/>
        </a:xfrm>
        <a:prstGeom prst="ellipse">
          <a:avLst/>
        </a:prstGeom>
        <a:gradFill rotWithShape="0">
          <a:gsLst>
            <a:gs pos="0">
              <a:schemeClr val="accent1">
                <a:shade val="80000"/>
                <a:alpha val="50000"/>
                <a:hueOff val="-2"/>
                <a:satOff val="797"/>
                <a:lumOff val="1031"/>
                <a:alphaOff val="6000"/>
                <a:shade val="51000"/>
                <a:satMod val="130000"/>
              </a:schemeClr>
            </a:gs>
            <a:gs pos="80000">
              <a:schemeClr val="accent1">
                <a:shade val="80000"/>
                <a:alpha val="50000"/>
                <a:hueOff val="-2"/>
                <a:satOff val="797"/>
                <a:lumOff val="1031"/>
                <a:alphaOff val="6000"/>
                <a:shade val="93000"/>
                <a:satMod val="130000"/>
              </a:schemeClr>
            </a:gs>
            <a:gs pos="100000">
              <a:schemeClr val="accent1">
                <a:shade val="80000"/>
                <a:alpha val="50000"/>
                <a:hueOff val="-2"/>
                <a:satOff val="797"/>
                <a:lumOff val="1031"/>
                <a:alphaOff val="600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600" kern="1200" dirty="0" smtClean="0"/>
            <a:t>HIPOVOLEMIC</a:t>
          </a:r>
          <a:endParaRPr lang="en-US" sz="1600" kern="1200" dirty="0"/>
        </a:p>
      </dsp:txBody>
      <dsp:txXfrm>
        <a:off x="3943119" y="369491"/>
        <a:ext cx="1255192" cy="1255192"/>
      </dsp:txXfrm>
    </dsp:sp>
    <dsp:sp modelId="{ADC06912-6215-4AF6-8DFA-04ADB68EB1CA}">
      <dsp:nvSpPr>
        <dsp:cNvPr id="0" name=""/>
        <dsp:cNvSpPr/>
      </dsp:nvSpPr>
      <dsp:spPr>
        <a:xfrm>
          <a:off x="5879677" y="1705396"/>
          <a:ext cx="1775110" cy="1775110"/>
        </a:xfrm>
        <a:prstGeom prst="ellipse">
          <a:avLst/>
        </a:prstGeom>
        <a:gradFill rotWithShape="0">
          <a:gsLst>
            <a:gs pos="0">
              <a:schemeClr val="accent1">
                <a:shade val="80000"/>
                <a:alpha val="50000"/>
                <a:hueOff val="-4"/>
                <a:satOff val="1595"/>
                <a:lumOff val="2062"/>
                <a:alphaOff val="12000"/>
                <a:shade val="51000"/>
                <a:satMod val="130000"/>
              </a:schemeClr>
            </a:gs>
            <a:gs pos="80000">
              <a:schemeClr val="accent1">
                <a:shade val="80000"/>
                <a:alpha val="50000"/>
                <a:hueOff val="-4"/>
                <a:satOff val="1595"/>
                <a:lumOff val="2062"/>
                <a:alphaOff val="12000"/>
                <a:shade val="93000"/>
                <a:satMod val="130000"/>
              </a:schemeClr>
            </a:gs>
            <a:gs pos="100000">
              <a:schemeClr val="accent1">
                <a:shade val="80000"/>
                <a:alpha val="50000"/>
                <a:hueOff val="-4"/>
                <a:satOff val="1595"/>
                <a:lumOff val="2062"/>
                <a:alphaOff val="1200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600" kern="1200" dirty="0" smtClean="0"/>
            <a:t>CARDIOGEN</a:t>
          </a:r>
          <a:endParaRPr lang="en-US" sz="1600" kern="1200" dirty="0"/>
        </a:p>
      </dsp:txBody>
      <dsp:txXfrm>
        <a:off x="6139636" y="1965355"/>
        <a:ext cx="1255192" cy="1255192"/>
      </dsp:txXfrm>
    </dsp:sp>
    <dsp:sp modelId="{4BF3E14E-2DDD-45CF-BAA3-2B56735B342E}">
      <dsp:nvSpPr>
        <dsp:cNvPr id="0" name=""/>
        <dsp:cNvSpPr/>
      </dsp:nvSpPr>
      <dsp:spPr>
        <a:xfrm>
          <a:off x="5040682" y="4287557"/>
          <a:ext cx="1775110" cy="1775110"/>
        </a:xfrm>
        <a:prstGeom prst="ellipse">
          <a:avLst/>
        </a:prstGeom>
        <a:gradFill rotWithShape="0">
          <a:gsLst>
            <a:gs pos="0">
              <a:schemeClr val="accent1">
                <a:shade val="80000"/>
                <a:alpha val="50000"/>
                <a:hueOff val="-5"/>
                <a:satOff val="2392"/>
                <a:lumOff val="3092"/>
                <a:alphaOff val="18000"/>
                <a:shade val="51000"/>
                <a:satMod val="130000"/>
              </a:schemeClr>
            </a:gs>
            <a:gs pos="80000">
              <a:schemeClr val="accent1">
                <a:shade val="80000"/>
                <a:alpha val="50000"/>
                <a:hueOff val="-5"/>
                <a:satOff val="2392"/>
                <a:lumOff val="3092"/>
                <a:alphaOff val="18000"/>
                <a:shade val="93000"/>
                <a:satMod val="130000"/>
              </a:schemeClr>
            </a:gs>
            <a:gs pos="100000">
              <a:schemeClr val="accent1">
                <a:shade val="80000"/>
                <a:alpha val="50000"/>
                <a:hueOff val="-5"/>
                <a:satOff val="2392"/>
                <a:lumOff val="3092"/>
                <a:alphaOff val="1800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600" kern="1200" dirty="0" smtClean="0"/>
            <a:t>DISTRIBUTIV</a:t>
          </a:r>
          <a:endParaRPr lang="en-US" sz="1600" kern="1200" dirty="0"/>
        </a:p>
      </dsp:txBody>
      <dsp:txXfrm>
        <a:off x="5300641" y="4547516"/>
        <a:ext cx="1255192" cy="1255192"/>
      </dsp:txXfrm>
    </dsp:sp>
    <dsp:sp modelId="{7660AE70-0C71-43B5-A585-516385D5BCB4}">
      <dsp:nvSpPr>
        <dsp:cNvPr id="0" name=""/>
        <dsp:cNvSpPr/>
      </dsp:nvSpPr>
      <dsp:spPr>
        <a:xfrm>
          <a:off x="2325637" y="4287557"/>
          <a:ext cx="1775110" cy="1775110"/>
        </a:xfrm>
        <a:prstGeom prst="ellipse">
          <a:avLst/>
        </a:prstGeom>
        <a:gradFill rotWithShape="0">
          <a:gsLst>
            <a:gs pos="0">
              <a:schemeClr val="accent1">
                <a:shade val="80000"/>
                <a:alpha val="50000"/>
                <a:hueOff val="-7"/>
                <a:satOff val="3190"/>
                <a:lumOff val="4123"/>
                <a:alphaOff val="24000"/>
                <a:shade val="51000"/>
                <a:satMod val="130000"/>
              </a:schemeClr>
            </a:gs>
            <a:gs pos="80000">
              <a:schemeClr val="accent1">
                <a:shade val="80000"/>
                <a:alpha val="50000"/>
                <a:hueOff val="-7"/>
                <a:satOff val="3190"/>
                <a:lumOff val="4123"/>
                <a:alphaOff val="24000"/>
                <a:shade val="93000"/>
                <a:satMod val="130000"/>
              </a:schemeClr>
            </a:gs>
            <a:gs pos="100000">
              <a:schemeClr val="accent1">
                <a:shade val="80000"/>
                <a:alpha val="50000"/>
                <a:hueOff val="-7"/>
                <a:satOff val="3190"/>
                <a:lumOff val="4123"/>
                <a:alphaOff val="2400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600" kern="1200" dirty="0" smtClean="0"/>
            <a:t>OBSTRUCTIV</a:t>
          </a:r>
          <a:endParaRPr lang="en-US" sz="1600" kern="1200" dirty="0"/>
        </a:p>
      </dsp:txBody>
      <dsp:txXfrm>
        <a:off x="2585596" y="4547516"/>
        <a:ext cx="1255192" cy="1255192"/>
      </dsp:txXfrm>
    </dsp:sp>
    <dsp:sp modelId="{D9140C18-070C-4890-B7B6-72E59E3CCB0C}">
      <dsp:nvSpPr>
        <dsp:cNvPr id="0" name=""/>
        <dsp:cNvSpPr/>
      </dsp:nvSpPr>
      <dsp:spPr>
        <a:xfrm>
          <a:off x="1486643" y="1705396"/>
          <a:ext cx="1775110" cy="1775110"/>
        </a:xfrm>
        <a:prstGeom prst="ellipse">
          <a:avLst/>
        </a:prstGeom>
        <a:gradFill rotWithShape="0">
          <a:gsLst>
            <a:gs pos="0">
              <a:schemeClr val="accent1">
                <a:shade val="80000"/>
                <a:alpha val="50000"/>
                <a:hueOff val="-9"/>
                <a:satOff val="3987"/>
                <a:lumOff val="5154"/>
                <a:alphaOff val="30000"/>
                <a:shade val="51000"/>
                <a:satMod val="130000"/>
              </a:schemeClr>
            </a:gs>
            <a:gs pos="80000">
              <a:schemeClr val="accent1">
                <a:shade val="80000"/>
                <a:alpha val="50000"/>
                <a:hueOff val="-9"/>
                <a:satOff val="3987"/>
                <a:lumOff val="5154"/>
                <a:alphaOff val="30000"/>
                <a:shade val="93000"/>
                <a:satMod val="130000"/>
              </a:schemeClr>
            </a:gs>
            <a:gs pos="100000">
              <a:schemeClr val="accent1">
                <a:shade val="80000"/>
                <a:alpha val="50000"/>
                <a:hueOff val="-9"/>
                <a:satOff val="3987"/>
                <a:lumOff val="5154"/>
                <a:alphaOff val="3000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600" kern="1200" dirty="0" smtClean="0"/>
            <a:t>DISOCIATIV</a:t>
          </a:r>
          <a:endParaRPr lang="en-US" sz="1600" kern="1200" dirty="0"/>
        </a:p>
      </dsp:txBody>
      <dsp:txXfrm>
        <a:off x="1746602" y="1965355"/>
        <a:ext cx="1255192" cy="12551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513EF4-749D-4A64-9A08-F5A30C1B99D6}">
      <dsp:nvSpPr>
        <dsp:cNvPr id="0" name=""/>
        <dsp:cNvSpPr/>
      </dsp:nvSpPr>
      <dsp:spPr>
        <a:xfrm rot="5400000">
          <a:off x="5420943" y="-2169396"/>
          <a:ext cx="972160" cy="5559552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o-RO" sz="2600" kern="1200" dirty="0" smtClean="0"/>
            <a:t>Pirederi extravasculare/intravasculare </a:t>
          </a:r>
          <a:r>
            <a:rPr lang="ro-RO" sz="2600" kern="1200" dirty="0" smtClean="0">
              <a:latin typeface="Calibri"/>
              <a:cs typeface="Calibri"/>
            </a:rPr>
            <a:t>→ ↓ presarcinii </a:t>
          </a:r>
          <a:r>
            <a:rPr lang="ro-RO" sz="2600" kern="1200" dirty="0" smtClean="0">
              <a:latin typeface="Calibri"/>
              <a:cs typeface="Calibri"/>
            </a:rPr>
            <a:t>→ ↓ debit cardiac</a:t>
          </a:r>
          <a:endParaRPr lang="en-US" sz="2600" kern="1200" dirty="0"/>
        </a:p>
      </dsp:txBody>
      <dsp:txXfrm rot="-5400000">
        <a:off x="3127248" y="171756"/>
        <a:ext cx="5512095" cy="877246"/>
      </dsp:txXfrm>
    </dsp:sp>
    <dsp:sp modelId="{09B63A15-E116-435D-9249-E6005F2CFE0F}">
      <dsp:nvSpPr>
        <dsp:cNvPr id="0" name=""/>
        <dsp:cNvSpPr/>
      </dsp:nvSpPr>
      <dsp:spPr>
        <a:xfrm>
          <a:off x="0" y="2779"/>
          <a:ext cx="3127248" cy="12152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2900" kern="1200" dirty="0" smtClean="0"/>
            <a:t>Hipovolemic</a:t>
          </a:r>
          <a:endParaRPr lang="en-US" sz="2900" kern="1200" dirty="0"/>
        </a:p>
      </dsp:txBody>
      <dsp:txXfrm>
        <a:off x="59321" y="62100"/>
        <a:ext cx="3008606" cy="1096558"/>
      </dsp:txXfrm>
    </dsp:sp>
    <dsp:sp modelId="{0F0DE721-C2D3-4C08-BEC1-3E7E3EEFD22A}">
      <dsp:nvSpPr>
        <dsp:cNvPr id="0" name=""/>
        <dsp:cNvSpPr/>
      </dsp:nvSpPr>
      <dsp:spPr>
        <a:xfrm rot="5400000">
          <a:off x="5420943" y="-893436"/>
          <a:ext cx="972160" cy="5559552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o-RO" sz="2600" kern="1200" dirty="0" smtClean="0">
              <a:latin typeface="Calibri"/>
              <a:cs typeface="Calibri"/>
            </a:rPr>
            <a:t>↓ rezistenței vasculare sistemice → ↓ presarcinii → debit cardiac N/↑</a:t>
          </a:r>
          <a:endParaRPr lang="en-US" sz="2600" kern="1200" dirty="0"/>
        </a:p>
      </dsp:txBody>
      <dsp:txXfrm rot="-5400000">
        <a:off x="3127248" y="1447716"/>
        <a:ext cx="5512095" cy="877246"/>
      </dsp:txXfrm>
    </dsp:sp>
    <dsp:sp modelId="{D338F128-BB7C-4341-9572-1B645FDF322E}">
      <dsp:nvSpPr>
        <dsp:cNvPr id="0" name=""/>
        <dsp:cNvSpPr/>
      </dsp:nvSpPr>
      <dsp:spPr>
        <a:xfrm>
          <a:off x="0" y="1278739"/>
          <a:ext cx="3127248" cy="12152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2900" kern="1200" dirty="0" smtClean="0"/>
            <a:t>Distributiv</a:t>
          </a:r>
        </a:p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2900" kern="1200" dirty="0" smtClean="0"/>
            <a:t>(vasodilatativ)</a:t>
          </a:r>
          <a:endParaRPr lang="en-US" sz="2900" kern="1200" dirty="0"/>
        </a:p>
      </dsp:txBody>
      <dsp:txXfrm>
        <a:off x="59321" y="1338060"/>
        <a:ext cx="3008606" cy="1096558"/>
      </dsp:txXfrm>
    </dsp:sp>
    <dsp:sp modelId="{6D751130-9623-43F8-86AF-60256501816D}">
      <dsp:nvSpPr>
        <dsp:cNvPr id="0" name=""/>
        <dsp:cNvSpPr/>
      </dsp:nvSpPr>
      <dsp:spPr>
        <a:xfrm rot="5400000">
          <a:off x="5420943" y="382523"/>
          <a:ext cx="972160" cy="5559552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o-RO" sz="2600" kern="1200" dirty="0" smtClean="0"/>
            <a:t>Alterarea funcției de pompă </a:t>
          </a:r>
          <a:r>
            <a:rPr lang="ro-RO" sz="2600" kern="1200" dirty="0" smtClean="0">
              <a:latin typeface="Calibri"/>
              <a:cs typeface="Calibri"/>
            </a:rPr>
            <a:t>→ ↓ debit cardiac</a:t>
          </a:r>
          <a:r>
            <a:rPr lang="ro-RO" sz="2600" kern="1200" dirty="0" smtClean="0"/>
            <a:t> </a:t>
          </a:r>
          <a:endParaRPr lang="en-US" sz="2600" kern="1200" dirty="0"/>
        </a:p>
      </dsp:txBody>
      <dsp:txXfrm rot="-5400000">
        <a:off x="3127248" y="2723676"/>
        <a:ext cx="5512095" cy="877246"/>
      </dsp:txXfrm>
    </dsp:sp>
    <dsp:sp modelId="{BB31BD2B-9D8B-4083-BADF-9965FCB31536}">
      <dsp:nvSpPr>
        <dsp:cNvPr id="0" name=""/>
        <dsp:cNvSpPr/>
      </dsp:nvSpPr>
      <dsp:spPr>
        <a:xfrm>
          <a:off x="0" y="2554699"/>
          <a:ext cx="3127248" cy="12152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2900" kern="1200" dirty="0" smtClean="0"/>
            <a:t>Cardiogen</a:t>
          </a:r>
          <a:endParaRPr lang="en-US" sz="2900" kern="1200" dirty="0"/>
        </a:p>
      </dsp:txBody>
      <dsp:txXfrm>
        <a:off x="59321" y="2614020"/>
        <a:ext cx="3008606" cy="1096558"/>
      </dsp:txXfrm>
    </dsp:sp>
    <dsp:sp modelId="{77D0D773-C3C1-421F-8177-169526DADFA1}">
      <dsp:nvSpPr>
        <dsp:cNvPr id="0" name=""/>
        <dsp:cNvSpPr/>
      </dsp:nvSpPr>
      <dsp:spPr>
        <a:xfrm rot="5400000">
          <a:off x="5420943" y="1658484"/>
          <a:ext cx="972160" cy="5559552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o-RO" sz="2600" kern="1200" dirty="0" smtClean="0"/>
            <a:t>Obstruarea fluxului sangvin </a:t>
          </a:r>
          <a:r>
            <a:rPr lang="ro-RO" sz="2600" kern="1200" dirty="0" smtClean="0">
              <a:latin typeface="Calibri"/>
              <a:cs typeface="Calibri"/>
            </a:rPr>
            <a:t>→ ↓ debit cardiac</a:t>
          </a:r>
          <a:r>
            <a:rPr lang="ro-RO" sz="2600" kern="1200" dirty="0" smtClean="0"/>
            <a:t> </a:t>
          </a:r>
          <a:endParaRPr lang="en-US" sz="2600" kern="1200" dirty="0"/>
        </a:p>
      </dsp:txBody>
      <dsp:txXfrm rot="-5400000">
        <a:off x="3127248" y="3999637"/>
        <a:ext cx="5512095" cy="877246"/>
      </dsp:txXfrm>
    </dsp:sp>
    <dsp:sp modelId="{F82DA218-1302-481D-8219-5E00AAD00E24}">
      <dsp:nvSpPr>
        <dsp:cNvPr id="0" name=""/>
        <dsp:cNvSpPr/>
      </dsp:nvSpPr>
      <dsp:spPr>
        <a:xfrm>
          <a:off x="0" y="3830660"/>
          <a:ext cx="3127248" cy="12152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2900" kern="1200" dirty="0" smtClean="0"/>
            <a:t>Obstructiv</a:t>
          </a:r>
          <a:endParaRPr lang="en-US" sz="2900" kern="1200" dirty="0"/>
        </a:p>
      </dsp:txBody>
      <dsp:txXfrm>
        <a:off x="59321" y="3889981"/>
        <a:ext cx="3008606" cy="1096558"/>
      </dsp:txXfrm>
    </dsp:sp>
    <dsp:sp modelId="{DA6B78CA-25CE-4CFF-9E91-D680FDD3E9C5}">
      <dsp:nvSpPr>
        <dsp:cNvPr id="0" name=""/>
        <dsp:cNvSpPr/>
      </dsp:nvSpPr>
      <dsp:spPr>
        <a:xfrm rot="5400000">
          <a:off x="5420943" y="2934444"/>
          <a:ext cx="972160" cy="5559552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o-RO" sz="2600" kern="1200" dirty="0" smtClean="0"/>
            <a:t>Incapacitatea Hb de a elibera O2 către țesuturi</a:t>
          </a:r>
          <a:endParaRPr lang="en-US" sz="2600" kern="1200" dirty="0"/>
        </a:p>
      </dsp:txBody>
      <dsp:txXfrm rot="-5400000">
        <a:off x="3127248" y="5275597"/>
        <a:ext cx="5512095" cy="877246"/>
      </dsp:txXfrm>
    </dsp:sp>
    <dsp:sp modelId="{673F87A9-3E37-4696-B595-14C5737B3DCA}">
      <dsp:nvSpPr>
        <dsp:cNvPr id="0" name=""/>
        <dsp:cNvSpPr/>
      </dsp:nvSpPr>
      <dsp:spPr>
        <a:xfrm>
          <a:off x="0" y="5106620"/>
          <a:ext cx="3127248" cy="12152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2900" kern="1200" dirty="0" smtClean="0"/>
            <a:t>Disociativ</a:t>
          </a:r>
          <a:endParaRPr lang="en-US" sz="2900" kern="1200" dirty="0"/>
        </a:p>
      </dsp:txBody>
      <dsp:txXfrm>
        <a:off x="59321" y="5165941"/>
        <a:ext cx="3008606" cy="109655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513EF4-749D-4A64-9A08-F5A30C1B99D6}">
      <dsp:nvSpPr>
        <dsp:cNvPr id="0" name=""/>
        <dsp:cNvSpPr/>
      </dsp:nvSpPr>
      <dsp:spPr>
        <a:xfrm rot="5400000">
          <a:off x="5420943" y="-2169396"/>
          <a:ext cx="972160" cy="5559552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o-RO" sz="2700" kern="1200" dirty="0" smtClean="0"/>
            <a:t>BDA, hemoragie, pierderi capilare</a:t>
          </a:r>
          <a:endParaRPr lang="en-US" sz="2700" kern="1200" dirty="0"/>
        </a:p>
      </dsp:txBody>
      <dsp:txXfrm rot="-5400000">
        <a:off x="3127248" y="171756"/>
        <a:ext cx="5512095" cy="877246"/>
      </dsp:txXfrm>
    </dsp:sp>
    <dsp:sp modelId="{09B63A15-E116-435D-9249-E6005F2CFE0F}">
      <dsp:nvSpPr>
        <dsp:cNvPr id="0" name=""/>
        <dsp:cNvSpPr/>
      </dsp:nvSpPr>
      <dsp:spPr>
        <a:xfrm>
          <a:off x="0" y="2779"/>
          <a:ext cx="3127248" cy="12152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3900" kern="1200" dirty="0" smtClean="0"/>
            <a:t>Hipovolemic</a:t>
          </a:r>
          <a:endParaRPr lang="en-US" sz="3900" kern="1200" dirty="0"/>
        </a:p>
      </dsp:txBody>
      <dsp:txXfrm>
        <a:off x="59321" y="62100"/>
        <a:ext cx="3008606" cy="1096558"/>
      </dsp:txXfrm>
    </dsp:sp>
    <dsp:sp modelId="{0F0DE721-C2D3-4C08-BEC1-3E7E3EEFD22A}">
      <dsp:nvSpPr>
        <dsp:cNvPr id="0" name=""/>
        <dsp:cNvSpPr/>
      </dsp:nvSpPr>
      <dsp:spPr>
        <a:xfrm rot="5400000">
          <a:off x="5420943" y="-893436"/>
          <a:ext cx="972160" cy="5559552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o-RO" sz="2700" kern="1200" dirty="0" smtClean="0"/>
            <a:t>Sepsis, anafilaxie, injurii neurologice</a:t>
          </a:r>
          <a:endParaRPr lang="en-US" sz="2700" kern="1200" dirty="0"/>
        </a:p>
      </dsp:txBody>
      <dsp:txXfrm rot="-5400000">
        <a:off x="3127248" y="1447716"/>
        <a:ext cx="5512095" cy="877246"/>
      </dsp:txXfrm>
    </dsp:sp>
    <dsp:sp modelId="{D338F128-BB7C-4341-9572-1B645FDF322E}">
      <dsp:nvSpPr>
        <dsp:cNvPr id="0" name=""/>
        <dsp:cNvSpPr/>
      </dsp:nvSpPr>
      <dsp:spPr>
        <a:xfrm>
          <a:off x="0" y="1278739"/>
          <a:ext cx="3127248" cy="12152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3900" kern="1200" dirty="0" smtClean="0"/>
            <a:t>Distributiv</a:t>
          </a:r>
          <a:endParaRPr lang="en-US" sz="3900" kern="1200" dirty="0"/>
        </a:p>
      </dsp:txBody>
      <dsp:txXfrm>
        <a:off x="59321" y="1338060"/>
        <a:ext cx="3008606" cy="1096558"/>
      </dsp:txXfrm>
    </dsp:sp>
    <dsp:sp modelId="{77D0D773-C3C1-421F-8177-169526DADFA1}">
      <dsp:nvSpPr>
        <dsp:cNvPr id="0" name=""/>
        <dsp:cNvSpPr/>
      </dsp:nvSpPr>
      <dsp:spPr>
        <a:xfrm rot="5400000">
          <a:off x="5420943" y="382523"/>
          <a:ext cx="972160" cy="5559552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o-RO" sz="2700" kern="1200" dirty="0" smtClean="0"/>
            <a:t>Cardiomiopatii, aritmii</a:t>
          </a:r>
          <a:endParaRPr lang="en-US" sz="2700" kern="1200" dirty="0"/>
        </a:p>
      </dsp:txBody>
      <dsp:txXfrm rot="-5400000">
        <a:off x="3127248" y="2723676"/>
        <a:ext cx="5512095" cy="877246"/>
      </dsp:txXfrm>
    </dsp:sp>
    <dsp:sp modelId="{F82DA218-1302-481D-8219-5E00AAD00E24}">
      <dsp:nvSpPr>
        <dsp:cNvPr id="0" name=""/>
        <dsp:cNvSpPr/>
      </dsp:nvSpPr>
      <dsp:spPr>
        <a:xfrm>
          <a:off x="0" y="2554699"/>
          <a:ext cx="3127248" cy="12152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3900" kern="1200" dirty="0" smtClean="0"/>
            <a:t>Cardiogen</a:t>
          </a:r>
          <a:endParaRPr lang="en-US" sz="3900" kern="1200" dirty="0"/>
        </a:p>
      </dsp:txBody>
      <dsp:txXfrm>
        <a:off x="59321" y="2614020"/>
        <a:ext cx="3008606" cy="1096558"/>
      </dsp:txXfrm>
    </dsp:sp>
    <dsp:sp modelId="{62A94191-C28A-4B06-88C8-1FCB7E821863}">
      <dsp:nvSpPr>
        <dsp:cNvPr id="0" name=""/>
        <dsp:cNvSpPr/>
      </dsp:nvSpPr>
      <dsp:spPr>
        <a:xfrm rot="5400000">
          <a:off x="5420943" y="1658484"/>
          <a:ext cx="972160" cy="5559552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o-RO" sz="2700" kern="1200" dirty="0" smtClean="0"/>
            <a:t>pnTx, tamponada, embolism pulm, MCC</a:t>
          </a:r>
          <a:endParaRPr lang="en-US" sz="2700" kern="1200" dirty="0"/>
        </a:p>
      </dsp:txBody>
      <dsp:txXfrm rot="-5400000">
        <a:off x="3127248" y="3999637"/>
        <a:ext cx="5512095" cy="877246"/>
      </dsp:txXfrm>
    </dsp:sp>
    <dsp:sp modelId="{6E28068F-A6DA-4E43-9D08-25A6CAD59223}">
      <dsp:nvSpPr>
        <dsp:cNvPr id="0" name=""/>
        <dsp:cNvSpPr/>
      </dsp:nvSpPr>
      <dsp:spPr>
        <a:xfrm>
          <a:off x="0" y="3830660"/>
          <a:ext cx="3127248" cy="12152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3900" kern="1200" dirty="0" smtClean="0"/>
            <a:t>Obstructiv</a:t>
          </a:r>
          <a:endParaRPr lang="en-US" sz="3900" kern="1200" dirty="0"/>
        </a:p>
      </dsp:txBody>
      <dsp:txXfrm>
        <a:off x="59321" y="3889981"/>
        <a:ext cx="3008606" cy="1096558"/>
      </dsp:txXfrm>
    </dsp:sp>
    <dsp:sp modelId="{DA6B78CA-25CE-4CFF-9E91-D680FDD3E9C5}">
      <dsp:nvSpPr>
        <dsp:cNvPr id="0" name=""/>
        <dsp:cNvSpPr/>
      </dsp:nvSpPr>
      <dsp:spPr>
        <a:xfrm rot="5400000">
          <a:off x="5420943" y="2934444"/>
          <a:ext cx="972160" cy="5559552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o-RO" sz="2700" kern="1200" dirty="0" smtClean="0"/>
            <a:t>Anemie severă, metHb, CO</a:t>
          </a:r>
          <a:endParaRPr lang="en-US" sz="2700" kern="1200" dirty="0"/>
        </a:p>
      </dsp:txBody>
      <dsp:txXfrm rot="-5400000">
        <a:off x="3127248" y="5275597"/>
        <a:ext cx="5512095" cy="877246"/>
      </dsp:txXfrm>
    </dsp:sp>
    <dsp:sp modelId="{673F87A9-3E37-4696-B595-14C5737B3DCA}">
      <dsp:nvSpPr>
        <dsp:cNvPr id="0" name=""/>
        <dsp:cNvSpPr/>
      </dsp:nvSpPr>
      <dsp:spPr>
        <a:xfrm>
          <a:off x="0" y="5106620"/>
          <a:ext cx="3127248" cy="12152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3900" kern="1200" dirty="0" smtClean="0"/>
            <a:t>Disociativ</a:t>
          </a:r>
          <a:endParaRPr lang="en-US" sz="3900" kern="1200" dirty="0"/>
        </a:p>
      </dsp:txBody>
      <dsp:txXfrm>
        <a:off x="59321" y="5165941"/>
        <a:ext cx="3008606" cy="10965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5AF87-EA62-48A7-B93F-18CA56AAF5B3}" type="datetimeFigureOut">
              <a:rPr lang="en-US" smtClean="0"/>
              <a:t>4/2/2024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3D7929-06DD-4307-B7EB-FD9769397F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917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53BA-0DEF-43E8-AEC2-CB4AB1A3DC2F}" type="datetimeFigureOut">
              <a:rPr lang="en-US" smtClean="0"/>
              <a:t>4/2/2024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7D33-23EF-4016-BE75-395A2D522C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813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53BA-0DEF-43E8-AEC2-CB4AB1A3DC2F}" type="datetimeFigureOut">
              <a:rPr lang="en-US" smtClean="0"/>
              <a:t>4/2/2024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7D33-23EF-4016-BE75-395A2D522C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01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53BA-0DEF-43E8-AEC2-CB4AB1A3DC2F}" type="datetimeFigureOut">
              <a:rPr lang="en-US" smtClean="0"/>
              <a:t>4/2/2024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7D33-23EF-4016-BE75-395A2D522C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846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53BA-0DEF-43E8-AEC2-CB4AB1A3DC2F}" type="datetimeFigureOut">
              <a:rPr lang="en-US" smtClean="0"/>
              <a:t>4/2/2024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7D33-23EF-4016-BE75-395A2D522C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490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53BA-0DEF-43E8-AEC2-CB4AB1A3DC2F}" type="datetimeFigureOut">
              <a:rPr lang="en-US" smtClean="0"/>
              <a:t>4/2/2024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7D33-23EF-4016-BE75-395A2D522C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5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53BA-0DEF-43E8-AEC2-CB4AB1A3DC2F}" type="datetimeFigureOut">
              <a:rPr lang="en-US" smtClean="0"/>
              <a:t>4/2/2024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7D33-23EF-4016-BE75-395A2D522C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990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53BA-0DEF-43E8-AEC2-CB4AB1A3DC2F}" type="datetimeFigureOut">
              <a:rPr lang="en-US" smtClean="0"/>
              <a:t>4/2/2024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7D33-23EF-4016-BE75-395A2D522C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92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53BA-0DEF-43E8-AEC2-CB4AB1A3DC2F}" type="datetimeFigureOut">
              <a:rPr lang="en-US" smtClean="0"/>
              <a:t>4/2/2024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7D33-23EF-4016-BE75-395A2D522C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262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53BA-0DEF-43E8-AEC2-CB4AB1A3DC2F}" type="datetimeFigureOut">
              <a:rPr lang="en-US" smtClean="0"/>
              <a:t>4/2/2024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7D33-23EF-4016-BE75-395A2D522C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098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53BA-0DEF-43E8-AEC2-CB4AB1A3DC2F}" type="datetimeFigureOut">
              <a:rPr lang="en-US" smtClean="0"/>
              <a:t>4/2/2024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7D33-23EF-4016-BE75-395A2D522C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425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53BA-0DEF-43E8-AEC2-CB4AB1A3DC2F}" type="datetimeFigureOut">
              <a:rPr lang="en-US" smtClean="0"/>
              <a:t>4/2/2024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7D33-23EF-4016-BE75-395A2D522C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438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053BA-0DEF-43E8-AEC2-CB4AB1A3DC2F}" type="datetimeFigureOut">
              <a:rPr lang="en-US" smtClean="0"/>
              <a:t>4/2/2024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97D33-23EF-4016-BE75-395A2D522C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273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1469296" y="4343400"/>
            <a:ext cx="6248400" cy="1828800"/>
            <a:chOff x="685800" y="5006502"/>
            <a:chExt cx="6248400" cy="1828800"/>
          </a:xfrm>
        </p:grpSpPr>
        <p:pic>
          <p:nvPicPr>
            <p:cNvPr id="11" name="Picture 6" descr="Victor Babeş University of Medicine and Pharmacy, Timişoara | LinkedIn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7800" y="5006502"/>
              <a:ext cx="1676400" cy="1828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14" descr="http://www.rehaoptim.ro/sigla_scjut.jpg"/>
            <p:cNvPicPr>
              <a:picLocks noChangeAspect="1" noChangeArrowheads="1"/>
            </p:cNvPicPr>
            <p:nvPr/>
          </p:nvPicPr>
          <p:blipFill>
            <a:blip r:embed="rId3">
              <a:grayscl/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5562600"/>
              <a:ext cx="4440238" cy="1001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772400" cy="1470025"/>
          </a:xfrm>
        </p:spPr>
        <p:txBody>
          <a:bodyPr/>
          <a:lstStyle/>
          <a:p>
            <a:r>
              <a:rPr lang="ro-RO" dirty="0" smtClean="0"/>
              <a:t>ȘOCUL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1143" y="2819400"/>
            <a:ext cx="6400800" cy="1752600"/>
          </a:xfrm>
        </p:spPr>
        <p:txBody>
          <a:bodyPr/>
          <a:lstStyle/>
          <a:p>
            <a:r>
              <a:rPr lang="ro-RO" dirty="0" smtClean="0"/>
              <a:t>ȘL Dr Corina Pienar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390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Definiție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o-RO" dirty="0" smtClean="0"/>
              <a:t>Entitate fiziopatologică dinamică și instabilă caracterizată prin perfuzie tisulară inadecvată</a:t>
            </a:r>
          </a:p>
          <a:p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04717521"/>
              </p:ext>
            </p:extLst>
          </p:nvPr>
        </p:nvGraphicFramePr>
        <p:xfrm>
          <a:off x="2667000" y="1676400"/>
          <a:ext cx="6019800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2518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9423323"/>
              </p:ext>
            </p:extLst>
          </p:nvPr>
        </p:nvGraphicFramePr>
        <p:xfrm>
          <a:off x="228600" y="228600"/>
          <a:ext cx="8686800" cy="640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4301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5660757"/>
              </p:ext>
            </p:extLst>
          </p:nvPr>
        </p:nvGraphicFramePr>
        <p:xfrm>
          <a:off x="2568" y="381000"/>
          <a:ext cx="9141431" cy="6172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43270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104647845"/>
              </p:ext>
            </p:extLst>
          </p:nvPr>
        </p:nvGraphicFramePr>
        <p:xfrm>
          <a:off x="228600" y="304800"/>
          <a:ext cx="8686800" cy="632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9056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575365081"/>
              </p:ext>
            </p:extLst>
          </p:nvPr>
        </p:nvGraphicFramePr>
        <p:xfrm>
          <a:off x="228600" y="304800"/>
          <a:ext cx="8686800" cy="632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6831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Manifestări clinice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o-RO" dirty="0" smtClean="0"/>
              <a:t>Tahicardie</a:t>
            </a:r>
          </a:p>
          <a:p>
            <a:r>
              <a:rPr lang="ro-RO" dirty="0" smtClean="0"/>
              <a:t>Paloare tegumentară, tegumente reci, timp de recolorare prelungit</a:t>
            </a:r>
          </a:p>
          <a:p>
            <a:r>
              <a:rPr lang="ro-RO" dirty="0" smtClean="0"/>
              <a:t>Alterarea statusului mental</a:t>
            </a:r>
          </a:p>
          <a:p>
            <a:r>
              <a:rPr lang="ro-RO" dirty="0" smtClean="0"/>
              <a:t>Oligurie</a:t>
            </a:r>
          </a:p>
          <a:p>
            <a:endParaRPr lang="ro-RO" dirty="0"/>
          </a:p>
          <a:p>
            <a:r>
              <a:rPr lang="ro-RO" dirty="0" smtClean="0"/>
              <a:t>hTA: semn tardiv!!!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888755"/>
            <a:ext cx="4038600" cy="3948853"/>
          </a:xfrm>
        </p:spPr>
      </p:pic>
    </p:spTree>
    <p:extLst>
      <p:ext uri="{BB962C8B-B14F-4D97-AF65-F5344CB8AC3E}">
        <p14:creationId xmlns:p14="http://schemas.microsoft.com/office/powerpoint/2010/main" val="3780035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hTAS la copil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NN la termen: </a:t>
            </a:r>
            <a:r>
              <a:rPr lang="ro-RO" dirty="0" smtClean="0">
                <a:latin typeface="Calibri"/>
                <a:cs typeface="Calibri"/>
              </a:rPr>
              <a:t>&lt; 60 mmHg</a:t>
            </a:r>
          </a:p>
          <a:p>
            <a:endParaRPr lang="ro-RO" dirty="0" smtClean="0">
              <a:latin typeface="Calibri"/>
              <a:cs typeface="Calibri"/>
            </a:endParaRPr>
          </a:p>
          <a:p>
            <a:r>
              <a:rPr lang="ro-RO" dirty="0" smtClean="0">
                <a:latin typeface="Calibri"/>
                <a:cs typeface="Calibri"/>
              </a:rPr>
              <a:t>Sugari: </a:t>
            </a:r>
            <a:r>
              <a:rPr lang="ro-RO" dirty="0">
                <a:cs typeface="Calibri"/>
              </a:rPr>
              <a:t>&lt; </a:t>
            </a:r>
            <a:r>
              <a:rPr lang="ro-RO" dirty="0" smtClean="0">
                <a:cs typeface="Calibri"/>
              </a:rPr>
              <a:t>70 mmHg</a:t>
            </a:r>
          </a:p>
          <a:p>
            <a:endParaRPr lang="ro-RO" dirty="0" smtClean="0">
              <a:cs typeface="Calibri"/>
            </a:endParaRPr>
          </a:p>
          <a:p>
            <a:r>
              <a:rPr lang="ro-RO" dirty="0" smtClean="0">
                <a:cs typeface="Calibri"/>
              </a:rPr>
              <a:t>1-10 ani: </a:t>
            </a:r>
            <a:r>
              <a:rPr lang="ro-RO" dirty="0">
                <a:cs typeface="Calibri"/>
              </a:rPr>
              <a:t>&lt; (</a:t>
            </a:r>
            <a:r>
              <a:rPr lang="ro-RO" dirty="0" smtClean="0">
                <a:cs typeface="Calibri"/>
              </a:rPr>
              <a:t>70 mmHg+2xVârsta)</a:t>
            </a:r>
          </a:p>
          <a:p>
            <a:endParaRPr lang="ro-RO" dirty="0" smtClean="0">
              <a:cs typeface="Calibri"/>
            </a:endParaRPr>
          </a:p>
          <a:p>
            <a:r>
              <a:rPr lang="ro-RO" dirty="0" smtClean="0">
                <a:cs typeface="Calibri"/>
              </a:rPr>
              <a:t>≥ 10 ani: </a:t>
            </a:r>
            <a:r>
              <a:rPr lang="ro-RO" dirty="0">
                <a:cs typeface="Calibri"/>
              </a:rPr>
              <a:t>&lt; </a:t>
            </a:r>
            <a:r>
              <a:rPr lang="ro-RO" dirty="0" smtClean="0">
                <a:cs typeface="Calibri"/>
              </a:rPr>
              <a:t>90 </a:t>
            </a:r>
            <a:r>
              <a:rPr lang="ro-RO" dirty="0">
                <a:cs typeface="Calibri"/>
              </a:rPr>
              <a:t>mmHg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357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138" y="23813"/>
            <a:ext cx="6181725" cy="681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4841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-1"/>
            <a:ext cx="5791200" cy="738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892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5992"/>
            <a:ext cx="5791200" cy="6857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7125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27" y="1447800"/>
            <a:ext cx="8888883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79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190</Words>
  <Application>Microsoft Office PowerPoint</Application>
  <PresentationFormat>On-screen Show (4:3)</PresentationFormat>
  <Paragraphs>59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ȘOCUL</vt:lpstr>
      <vt:lpstr>Definiție</vt:lpstr>
      <vt:lpstr>PowerPoint Presentation</vt:lpstr>
      <vt:lpstr>PowerPoint Presentation</vt:lpstr>
      <vt:lpstr>PowerPoint Presentation</vt:lpstr>
      <vt:lpstr>PowerPoint Presentation</vt:lpstr>
      <vt:lpstr>Manifestări clinice</vt:lpstr>
      <vt:lpstr>hTAS la copil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CONSTIPAȚIA FUNCȚIONALĂ</dc:title>
  <dc:creator>Windows User</dc:creator>
  <cp:lastModifiedBy>Windows User</cp:lastModifiedBy>
  <cp:revision>43</cp:revision>
  <dcterms:created xsi:type="dcterms:W3CDTF">2019-04-02T18:19:44Z</dcterms:created>
  <dcterms:modified xsi:type="dcterms:W3CDTF">2024-04-02T17:39:58Z</dcterms:modified>
</cp:coreProperties>
</file>